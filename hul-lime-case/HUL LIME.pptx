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5"/>
  </p:notesMasterIdLst>
  <p:sldIdLst>
    <p:sldId id="256" r:id="rId2"/>
    <p:sldId id="257" r:id="rId3"/>
    <p:sldId id="258" r:id="rId4"/>
  </p:sldIdLst>
  <p:sldSz cx="9144000" cy="5143500" type="screen16x9"/>
  <p:notesSz cx="6858000" cy="9144000"/>
  <p:embeddedFontLst>
    <p:embeddedFont>
      <p:font typeface="Agency FB" panose="020B0503020202020204" pitchFamily="34" charset="0"/>
      <p:regular r:id="rId6"/>
      <p:bold r:id="rId7"/>
    </p:embeddedFont>
    <p:embeddedFont>
      <p:font typeface="Algerian" panose="04020705040A02060702" pitchFamily="82" charset="0"/>
      <p:regular r:id="rId8"/>
    </p:embeddedFont>
    <p:embeddedFont>
      <p:font typeface="Lato" panose="020F0502020204030203" pitchFamily="34" charset="0"/>
      <p:regular r:id="rId9"/>
      <p:bold r:id="rId10"/>
      <p:italic r:id="rId11"/>
      <p:boldItalic r:id="rId12"/>
    </p:embeddedFont>
    <p:embeddedFont>
      <p:font typeface="Playfair Display SemiBold" panose="020B060402020202020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font" Target="fonts/font10.fntdata"/><Relationship Id="rId10" Type="http://schemas.openxmlformats.org/officeDocument/2006/relationships/font" Target="fonts/font5.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5f1f61aa2f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5f1f61aa2f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5b593a4483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5b593a4483_0_1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 name="Google Shape;90;g25b593a4483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5b593a4483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25b593a4483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g25b593a4483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9"/>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2" y="2834129"/>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2" y="2150852"/>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2" y="445029"/>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2" y="1152475"/>
            <a:ext cx="8520600" cy="3416400"/>
          </a:xfrm>
          <a:prstGeom prst="rect">
            <a:avLst/>
          </a:prstGeom>
        </p:spPr>
        <p:txBody>
          <a:bodyPr spcFirstLastPara="1" wrap="square" lIns="91425" tIns="91425" rIns="91425" bIns="91425" anchor="t" anchorCtr="0">
            <a:normAutofit/>
          </a:bodyPr>
          <a:lstStyle>
            <a:lvl1pPr marL="457187" lvl="0" indent="-342890">
              <a:spcBef>
                <a:spcPts val="0"/>
              </a:spcBef>
              <a:spcAft>
                <a:spcPts val="0"/>
              </a:spcAft>
              <a:buSzPts val="1800"/>
              <a:buChar char="●"/>
              <a:defRPr/>
            </a:lvl1pPr>
            <a:lvl2pPr marL="914372" lvl="1" indent="-317490">
              <a:spcBef>
                <a:spcPts val="0"/>
              </a:spcBef>
              <a:spcAft>
                <a:spcPts val="0"/>
              </a:spcAft>
              <a:buSzPts val="1400"/>
              <a:buChar char="○"/>
              <a:defRPr/>
            </a:lvl2pPr>
            <a:lvl3pPr marL="1371560" lvl="2" indent="-317490">
              <a:spcBef>
                <a:spcPts val="0"/>
              </a:spcBef>
              <a:spcAft>
                <a:spcPts val="0"/>
              </a:spcAft>
              <a:buSzPts val="1400"/>
              <a:buChar char="■"/>
              <a:defRPr/>
            </a:lvl3pPr>
            <a:lvl4pPr marL="1828746" lvl="3" indent="-317490">
              <a:spcBef>
                <a:spcPts val="0"/>
              </a:spcBef>
              <a:spcAft>
                <a:spcPts val="0"/>
              </a:spcAft>
              <a:buSzPts val="1400"/>
              <a:buChar char="●"/>
              <a:defRPr/>
            </a:lvl4pPr>
            <a:lvl5pPr marL="2285931" lvl="4" indent="-317490">
              <a:spcBef>
                <a:spcPts val="0"/>
              </a:spcBef>
              <a:spcAft>
                <a:spcPts val="0"/>
              </a:spcAft>
              <a:buSzPts val="1400"/>
              <a:buChar char="○"/>
              <a:defRPr/>
            </a:lvl5pPr>
            <a:lvl6pPr marL="2743118" lvl="5" indent="-317490">
              <a:spcBef>
                <a:spcPts val="0"/>
              </a:spcBef>
              <a:spcAft>
                <a:spcPts val="0"/>
              </a:spcAft>
              <a:buSzPts val="1400"/>
              <a:buChar char="■"/>
              <a:defRPr/>
            </a:lvl6pPr>
            <a:lvl7pPr marL="3200305" lvl="6" indent="-317490">
              <a:spcBef>
                <a:spcPts val="0"/>
              </a:spcBef>
              <a:spcAft>
                <a:spcPts val="0"/>
              </a:spcAft>
              <a:buSzPts val="1400"/>
              <a:buChar char="●"/>
              <a:defRPr/>
            </a:lvl7pPr>
            <a:lvl8pPr marL="3657490" lvl="7" indent="-317490">
              <a:spcBef>
                <a:spcPts val="0"/>
              </a:spcBef>
              <a:spcAft>
                <a:spcPts val="0"/>
              </a:spcAft>
              <a:buSzPts val="1400"/>
              <a:buChar char="○"/>
              <a:defRPr/>
            </a:lvl8pPr>
            <a:lvl9pPr marL="4114676" lvl="8" indent="-31749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2" y="445029"/>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2" y="1152475"/>
            <a:ext cx="3999900" cy="3416400"/>
          </a:xfrm>
          <a:prstGeom prst="rect">
            <a:avLst/>
          </a:prstGeom>
        </p:spPr>
        <p:txBody>
          <a:bodyPr spcFirstLastPara="1" wrap="square" lIns="91425" tIns="91425" rIns="91425" bIns="91425" anchor="t" anchorCtr="0">
            <a:normAutofit/>
          </a:bodyPr>
          <a:lstStyle>
            <a:lvl1pPr marL="457187" lvl="0" indent="-317490">
              <a:spcBef>
                <a:spcPts val="0"/>
              </a:spcBef>
              <a:spcAft>
                <a:spcPts val="0"/>
              </a:spcAft>
              <a:buSzPts val="1400"/>
              <a:buChar char="●"/>
              <a:defRPr sz="1400"/>
            </a:lvl1pPr>
            <a:lvl2pPr marL="914372" lvl="1" indent="-304790">
              <a:spcBef>
                <a:spcPts val="0"/>
              </a:spcBef>
              <a:spcAft>
                <a:spcPts val="0"/>
              </a:spcAft>
              <a:buSzPts val="1200"/>
              <a:buChar char="○"/>
              <a:defRPr sz="1200"/>
            </a:lvl2pPr>
            <a:lvl3pPr marL="1371560" lvl="2" indent="-304790">
              <a:spcBef>
                <a:spcPts val="0"/>
              </a:spcBef>
              <a:spcAft>
                <a:spcPts val="0"/>
              </a:spcAft>
              <a:buSzPts val="1200"/>
              <a:buChar char="■"/>
              <a:defRPr sz="1200"/>
            </a:lvl3pPr>
            <a:lvl4pPr marL="1828746" lvl="3" indent="-304790">
              <a:spcBef>
                <a:spcPts val="0"/>
              </a:spcBef>
              <a:spcAft>
                <a:spcPts val="0"/>
              </a:spcAft>
              <a:buSzPts val="1200"/>
              <a:buChar char="●"/>
              <a:defRPr sz="1200"/>
            </a:lvl4pPr>
            <a:lvl5pPr marL="2285931" lvl="4" indent="-304790">
              <a:spcBef>
                <a:spcPts val="0"/>
              </a:spcBef>
              <a:spcAft>
                <a:spcPts val="0"/>
              </a:spcAft>
              <a:buSzPts val="1200"/>
              <a:buChar char="○"/>
              <a:defRPr sz="1200"/>
            </a:lvl5pPr>
            <a:lvl6pPr marL="2743118" lvl="5" indent="-304790">
              <a:spcBef>
                <a:spcPts val="0"/>
              </a:spcBef>
              <a:spcAft>
                <a:spcPts val="0"/>
              </a:spcAft>
              <a:buSzPts val="1200"/>
              <a:buChar char="■"/>
              <a:defRPr sz="1200"/>
            </a:lvl6pPr>
            <a:lvl7pPr marL="3200305" lvl="6" indent="-304790">
              <a:spcBef>
                <a:spcPts val="0"/>
              </a:spcBef>
              <a:spcAft>
                <a:spcPts val="0"/>
              </a:spcAft>
              <a:buSzPts val="1200"/>
              <a:buChar char="●"/>
              <a:defRPr sz="1200"/>
            </a:lvl7pPr>
            <a:lvl8pPr marL="3657490" lvl="7" indent="-304790">
              <a:spcBef>
                <a:spcPts val="0"/>
              </a:spcBef>
              <a:spcAft>
                <a:spcPts val="0"/>
              </a:spcAft>
              <a:buSzPts val="1200"/>
              <a:buChar char="○"/>
              <a:defRPr sz="1200"/>
            </a:lvl8pPr>
            <a:lvl9pPr marL="4114676" lvl="8" indent="-30479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2" y="1152475"/>
            <a:ext cx="3999900" cy="3416400"/>
          </a:xfrm>
          <a:prstGeom prst="rect">
            <a:avLst/>
          </a:prstGeom>
        </p:spPr>
        <p:txBody>
          <a:bodyPr spcFirstLastPara="1" wrap="square" lIns="91425" tIns="91425" rIns="91425" bIns="91425" anchor="t" anchorCtr="0">
            <a:normAutofit/>
          </a:bodyPr>
          <a:lstStyle>
            <a:lvl1pPr marL="457187" lvl="0" indent="-317490">
              <a:spcBef>
                <a:spcPts val="0"/>
              </a:spcBef>
              <a:spcAft>
                <a:spcPts val="0"/>
              </a:spcAft>
              <a:buSzPts val="1400"/>
              <a:buChar char="●"/>
              <a:defRPr sz="1400"/>
            </a:lvl1pPr>
            <a:lvl2pPr marL="914372" lvl="1" indent="-304790">
              <a:spcBef>
                <a:spcPts val="0"/>
              </a:spcBef>
              <a:spcAft>
                <a:spcPts val="0"/>
              </a:spcAft>
              <a:buSzPts val="1200"/>
              <a:buChar char="○"/>
              <a:defRPr sz="1200"/>
            </a:lvl2pPr>
            <a:lvl3pPr marL="1371560" lvl="2" indent="-304790">
              <a:spcBef>
                <a:spcPts val="0"/>
              </a:spcBef>
              <a:spcAft>
                <a:spcPts val="0"/>
              </a:spcAft>
              <a:buSzPts val="1200"/>
              <a:buChar char="■"/>
              <a:defRPr sz="1200"/>
            </a:lvl3pPr>
            <a:lvl4pPr marL="1828746" lvl="3" indent="-304790">
              <a:spcBef>
                <a:spcPts val="0"/>
              </a:spcBef>
              <a:spcAft>
                <a:spcPts val="0"/>
              </a:spcAft>
              <a:buSzPts val="1200"/>
              <a:buChar char="●"/>
              <a:defRPr sz="1200"/>
            </a:lvl4pPr>
            <a:lvl5pPr marL="2285931" lvl="4" indent="-304790">
              <a:spcBef>
                <a:spcPts val="0"/>
              </a:spcBef>
              <a:spcAft>
                <a:spcPts val="0"/>
              </a:spcAft>
              <a:buSzPts val="1200"/>
              <a:buChar char="○"/>
              <a:defRPr sz="1200"/>
            </a:lvl5pPr>
            <a:lvl6pPr marL="2743118" lvl="5" indent="-304790">
              <a:spcBef>
                <a:spcPts val="0"/>
              </a:spcBef>
              <a:spcAft>
                <a:spcPts val="0"/>
              </a:spcAft>
              <a:buSzPts val="1200"/>
              <a:buChar char="■"/>
              <a:defRPr sz="1200"/>
            </a:lvl6pPr>
            <a:lvl7pPr marL="3200305" lvl="6" indent="-304790">
              <a:spcBef>
                <a:spcPts val="0"/>
              </a:spcBef>
              <a:spcAft>
                <a:spcPts val="0"/>
              </a:spcAft>
              <a:buSzPts val="1200"/>
              <a:buChar char="●"/>
              <a:defRPr sz="1200"/>
            </a:lvl7pPr>
            <a:lvl8pPr marL="3657490" lvl="7" indent="-304790">
              <a:spcBef>
                <a:spcPts val="0"/>
              </a:spcBef>
              <a:spcAft>
                <a:spcPts val="0"/>
              </a:spcAft>
              <a:buSzPts val="1200"/>
              <a:buChar char="○"/>
              <a:defRPr sz="1200"/>
            </a:lvl8pPr>
            <a:lvl9pPr marL="4114676" lvl="8" indent="-30479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2" y="445029"/>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1"/>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3"/>
            <a:ext cx="2808000" cy="3179400"/>
          </a:xfrm>
          <a:prstGeom prst="rect">
            <a:avLst/>
          </a:prstGeom>
        </p:spPr>
        <p:txBody>
          <a:bodyPr spcFirstLastPara="1" wrap="square" lIns="91425" tIns="91425" rIns="91425" bIns="91425" anchor="t" anchorCtr="0">
            <a:normAutofit/>
          </a:bodyPr>
          <a:lstStyle>
            <a:lvl1pPr marL="457187" lvl="0" indent="-304790">
              <a:spcBef>
                <a:spcPts val="0"/>
              </a:spcBef>
              <a:spcAft>
                <a:spcPts val="0"/>
              </a:spcAft>
              <a:buSzPts val="1200"/>
              <a:buChar char="●"/>
              <a:defRPr sz="1200"/>
            </a:lvl1pPr>
            <a:lvl2pPr marL="914372" lvl="1" indent="-304790">
              <a:spcBef>
                <a:spcPts val="0"/>
              </a:spcBef>
              <a:spcAft>
                <a:spcPts val="0"/>
              </a:spcAft>
              <a:buSzPts val="1200"/>
              <a:buChar char="○"/>
              <a:defRPr sz="1200"/>
            </a:lvl2pPr>
            <a:lvl3pPr marL="1371560" lvl="2" indent="-304790">
              <a:spcBef>
                <a:spcPts val="0"/>
              </a:spcBef>
              <a:spcAft>
                <a:spcPts val="0"/>
              </a:spcAft>
              <a:buSzPts val="1200"/>
              <a:buChar char="■"/>
              <a:defRPr sz="1200"/>
            </a:lvl3pPr>
            <a:lvl4pPr marL="1828746" lvl="3" indent="-304790">
              <a:spcBef>
                <a:spcPts val="0"/>
              </a:spcBef>
              <a:spcAft>
                <a:spcPts val="0"/>
              </a:spcAft>
              <a:buSzPts val="1200"/>
              <a:buChar char="●"/>
              <a:defRPr sz="1200"/>
            </a:lvl4pPr>
            <a:lvl5pPr marL="2285931" lvl="4" indent="-304790">
              <a:spcBef>
                <a:spcPts val="0"/>
              </a:spcBef>
              <a:spcAft>
                <a:spcPts val="0"/>
              </a:spcAft>
              <a:buSzPts val="1200"/>
              <a:buChar char="○"/>
              <a:defRPr sz="1200"/>
            </a:lvl5pPr>
            <a:lvl6pPr marL="2743118" lvl="5" indent="-304790">
              <a:spcBef>
                <a:spcPts val="0"/>
              </a:spcBef>
              <a:spcAft>
                <a:spcPts val="0"/>
              </a:spcAft>
              <a:buSzPts val="1200"/>
              <a:buChar char="■"/>
              <a:defRPr sz="1200"/>
            </a:lvl6pPr>
            <a:lvl7pPr marL="3200305" lvl="6" indent="-304790">
              <a:spcBef>
                <a:spcPts val="0"/>
              </a:spcBef>
              <a:spcAft>
                <a:spcPts val="0"/>
              </a:spcAft>
              <a:buSzPts val="1200"/>
              <a:buChar char="●"/>
              <a:defRPr sz="1200"/>
            </a:lvl7pPr>
            <a:lvl8pPr marL="3657490" lvl="7" indent="-304790">
              <a:spcBef>
                <a:spcPts val="0"/>
              </a:spcBef>
              <a:spcAft>
                <a:spcPts val="0"/>
              </a:spcAft>
              <a:buSzPts val="1200"/>
              <a:buChar char="○"/>
              <a:defRPr sz="1200"/>
            </a:lvl8pPr>
            <a:lvl9pPr marL="4114676" lvl="8" indent="-30479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4"/>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265502"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2" y="2803079"/>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2" y="724079"/>
            <a:ext cx="3837000" cy="3695100"/>
          </a:xfrm>
          <a:prstGeom prst="rect">
            <a:avLst/>
          </a:prstGeom>
        </p:spPr>
        <p:txBody>
          <a:bodyPr spcFirstLastPara="1" wrap="square" lIns="91425" tIns="91425" rIns="91425" bIns="91425" anchor="ctr" anchorCtr="0">
            <a:normAutofit/>
          </a:bodyPr>
          <a:lstStyle>
            <a:lvl1pPr marL="457187" lvl="0" indent="-342890">
              <a:spcBef>
                <a:spcPts val="0"/>
              </a:spcBef>
              <a:spcAft>
                <a:spcPts val="0"/>
              </a:spcAft>
              <a:buSzPts val="1800"/>
              <a:buChar char="●"/>
              <a:defRPr/>
            </a:lvl1pPr>
            <a:lvl2pPr marL="914372" lvl="1" indent="-317490">
              <a:spcBef>
                <a:spcPts val="0"/>
              </a:spcBef>
              <a:spcAft>
                <a:spcPts val="0"/>
              </a:spcAft>
              <a:buSzPts val="1400"/>
              <a:buChar char="○"/>
              <a:defRPr/>
            </a:lvl2pPr>
            <a:lvl3pPr marL="1371560" lvl="2" indent="-317490">
              <a:spcBef>
                <a:spcPts val="0"/>
              </a:spcBef>
              <a:spcAft>
                <a:spcPts val="0"/>
              </a:spcAft>
              <a:buSzPts val="1400"/>
              <a:buChar char="■"/>
              <a:defRPr/>
            </a:lvl3pPr>
            <a:lvl4pPr marL="1828746" lvl="3" indent="-317490">
              <a:spcBef>
                <a:spcPts val="0"/>
              </a:spcBef>
              <a:spcAft>
                <a:spcPts val="0"/>
              </a:spcAft>
              <a:buSzPts val="1400"/>
              <a:buChar char="●"/>
              <a:defRPr/>
            </a:lvl4pPr>
            <a:lvl5pPr marL="2285931" lvl="4" indent="-317490">
              <a:spcBef>
                <a:spcPts val="0"/>
              </a:spcBef>
              <a:spcAft>
                <a:spcPts val="0"/>
              </a:spcAft>
              <a:buSzPts val="1400"/>
              <a:buChar char="○"/>
              <a:defRPr/>
            </a:lvl5pPr>
            <a:lvl6pPr marL="2743118" lvl="5" indent="-317490">
              <a:spcBef>
                <a:spcPts val="0"/>
              </a:spcBef>
              <a:spcAft>
                <a:spcPts val="0"/>
              </a:spcAft>
              <a:buSzPts val="1400"/>
              <a:buChar char="■"/>
              <a:defRPr/>
            </a:lvl6pPr>
            <a:lvl7pPr marL="3200305" lvl="6" indent="-317490">
              <a:spcBef>
                <a:spcPts val="0"/>
              </a:spcBef>
              <a:spcAft>
                <a:spcPts val="0"/>
              </a:spcAft>
              <a:buSzPts val="1400"/>
              <a:buChar char="●"/>
              <a:defRPr/>
            </a:lvl7pPr>
            <a:lvl8pPr marL="3657490" lvl="7" indent="-317490">
              <a:spcBef>
                <a:spcPts val="0"/>
              </a:spcBef>
              <a:spcAft>
                <a:spcPts val="0"/>
              </a:spcAft>
              <a:buSzPts val="1400"/>
              <a:buChar char="○"/>
              <a:defRPr/>
            </a:lvl8pPr>
            <a:lvl9pPr marL="4114676" lvl="8" indent="-31749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2" y="4230579"/>
            <a:ext cx="5998800" cy="605100"/>
          </a:xfrm>
          <a:prstGeom prst="rect">
            <a:avLst/>
          </a:prstGeom>
        </p:spPr>
        <p:txBody>
          <a:bodyPr spcFirstLastPara="1" wrap="square" lIns="91425" tIns="91425" rIns="91425" bIns="91425" anchor="ctr" anchorCtr="0">
            <a:normAutofit/>
          </a:bodyPr>
          <a:lstStyle>
            <a:lvl1pPr marL="457187" lvl="0" indent="-228593">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2" y="1106129"/>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2" y="3152229"/>
            <a:ext cx="8520600" cy="1300800"/>
          </a:xfrm>
          <a:prstGeom prst="rect">
            <a:avLst/>
          </a:prstGeom>
        </p:spPr>
        <p:txBody>
          <a:bodyPr spcFirstLastPara="1" wrap="square" lIns="91425" tIns="91425" rIns="91425" bIns="91425" anchor="t" anchorCtr="0">
            <a:normAutofit/>
          </a:bodyPr>
          <a:lstStyle>
            <a:lvl1pPr marL="457187" lvl="0" indent="-342890" algn="ctr">
              <a:spcBef>
                <a:spcPts val="0"/>
              </a:spcBef>
              <a:spcAft>
                <a:spcPts val="0"/>
              </a:spcAft>
              <a:buSzPts val="1800"/>
              <a:buChar char="●"/>
              <a:defRPr/>
            </a:lvl1pPr>
            <a:lvl2pPr marL="914372" lvl="1" indent="-317490" algn="ctr">
              <a:spcBef>
                <a:spcPts val="0"/>
              </a:spcBef>
              <a:spcAft>
                <a:spcPts val="0"/>
              </a:spcAft>
              <a:buSzPts val="1400"/>
              <a:buChar char="○"/>
              <a:defRPr/>
            </a:lvl2pPr>
            <a:lvl3pPr marL="1371560" lvl="2" indent="-317490" algn="ctr">
              <a:spcBef>
                <a:spcPts val="0"/>
              </a:spcBef>
              <a:spcAft>
                <a:spcPts val="0"/>
              </a:spcAft>
              <a:buSzPts val="1400"/>
              <a:buChar char="■"/>
              <a:defRPr/>
            </a:lvl3pPr>
            <a:lvl4pPr marL="1828746" lvl="3" indent="-317490" algn="ctr">
              <a:spcBef>
                <a:spcPts val="0"/>
              </a:spcBef>
              <a:spcAft>
                <a:spcPts val="0"/>
              </a:spcAft>
              <a:buSzPts val="1400"/>
              <a:buChar char="●"/>
              <a:defRPr/>
            </a:lvl4pPr>
            <a:lvl5pPr marL="2285931" lvl="4" indent="-317490" algn="ctr">
              <a:spcBef>
                <a:spcPts val="0"/>
              </a:spcBef>
              <a:spcAft>
                <a:spcPts val="0"/>
              </a:spcAft>
              <a:buSzPts val="1400"/>
              <a:buChar char="○"/>
              <a:defRPr/>
            </a:lvl5pPr>
            <a:lvl6pPr marL="2743118" lvl="5" indent="-317490" algn="ctr">
              <a:spcBef>
                <a:spcPts val="0"/>
              </a:spcBef>
              <a:spcAft>
                <a:spcPts val="0"/>
              </a:spcAft>
              <a:buSzPts val="1400"/>
              <a:buChar char="■"/>
              <a:defRPr/>
            </a:lvl6pPr>
            <a:lvl7pPr marL="3200305" lvl="6" indent="-317490" algn="ctr">
              <a:spcBef>
                <a:spcPts val="0"/>
              </a:spcBef>
              <a:spcAft>
                <a:spcPts val="0"/>
              </a:spcAft>
              <a:buSzPts val="1400"/>
              <a:buChar char="●"/>
              <a:defRPr/>
            </a:lvl7pPr>
            <a:lvl8pPr marL="3657490" lvl="7" indent="-317490" algn="ctr">
              <a:spcBef>
                <a:spcPts val="0"/>
              </a:spcBef>
              <a:spcAft>
                <a:spcPts val="0"/>
              </a:spcAft>
              <a:buSzPts val="1400"/>
              <a:buChar char="○"/>
              <a:defRPr/>
            </a:lvl8pPr>
            <a:lvl9pPr marL="4114676" lvl="8" indent="-31749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2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5"/>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187" lvl="0" indent="-317490" algn="l" rtl="0">
              <a:lnSpc>
                <a:spcPct val="90000"/>
              </a:lnSpc>
              <a:spcBef>
                <a:spcPts val="800"/>
              </a:spcBef>
              <a:spcAft>
                <a:spcPts val="0"/>
              </a:spcAft>
              <a:buClr>
                <a:schemeClr val="dk1"/>
              </a:buClr>
              <a:buSzPts val="1400"/>
              <a:buChar char="●"/>
              <a:defRPr/>
            </a:lvl1pPr>
            <a:lvl2pPr marL="914372" lvl="1" indent="-317490" algn="l" rtl="0">
              <a:lnSpc>
                <a:spcPct val="90000"/>
              </a:lnSpc>
              <a:spcBef>
                <a:spcPts val="1200"/>
              </a:spcBef>
              <a:spcAft>
                <a:spcPts val="0"/>
              </a:spcAft>
              <a:buClr>
                <a:schemeClr val="dk1"/>
              </a:buClr>
              <a:buSzPts val="1400"/>
              <a:buChar char="○"/>
              <a:defRPr/>
            </a:lvl2pPr>
            <a:lvl3pPr marL="1371560" lvl="2" indent="-317490" algn="l" rtl="0">
              <a:lnSpc>
                <a:spcPct val="90000"/>
              </a:lnSpc>
              <a:spcBef>
                <a:spcPts val="1200"/>
              </a:spcBef>
              <a:spcAft>
                <a:spcPts val="0"/>
              </a:spcAft>
              <a:buClr>
                <a:schemeClr val="dk1"/>
              </a:buClr>
              <a:buSzPts val="1400"/>
              <a:buChar char="■"/>
              <a:defRPr/>
            </a:lvl3pPr>
            <a:lvl4pPr marL="1828746" lvl="3" indent="-317490" algn="l" rtl="0">
              <a:lnSpc>
                <a:spcPct val="90000"/>
              </a:lnSpc>
              <a:spcBef>
                <a:spcPts val="1200"/>
              </a:spcBef>
              <a:spcAft>
                <a:spcPts val="0"/>
              </a:spcAft>
              <a:buClr>
                <a:schemeClr val="dk1"/>
              </a:buClr>
              <a:buSzPts val="1400"/>
              <a:buChar char="●"/>
              <a:defRPr/>
            </a:lvl4pPr>
            <a:lvl5pPr marL="2285931" lvl="4" indent="-317490" algn="l" rtl="0">
              <a:lnSpc>
                <a:spcPct val="90000"/>
              </a:lnSpc>
              <a:spcBef>
                <a:spcPts val="1200"/>
              </a:spcBef>
              <a:spcAft>
                <a:spcPts val="0"/>
              </a:spcAft>
              <a:buClr>
                <a:schemeClr val="dk1"/>
              </a:buClr>
              <a:buSzPts val="1400"/>
              <a:buChar char="○"/>
              <a:defRPr/>
            </a:lvl5pPr>
            <a:lvl6pPr marL="2743118" lvl="5" indent="-317490" algn="l" rtl="0">
              <a:lnSpc>
                <a:spcPct val="90000"/>
              </a:lnSpc>
              <a:spcBef>
                <a:spcPts val="1200"/>
              </a:spcBef>
              <a:spcAft>
                <a:spcPts val="0"/>
              </a:spcAft>
              <a:buClr>
                <a:schemeClr val="dk1"/>
              </a:buClr>
              <a:buSzPts val="1400"/>
              <a:buChar char="■"/>
              <a:defRPr/>
            </a:lvl6pPr>
            <a:lvl7pPr marL="3200305" lvl="6" indent="-317490" algn="l" rtl="0">
              <a:lnSpc>
                <a:spcPct val="90000"/>
              </a:lnSpc>
              <a:spcBef>
                <a:spcPts val="1200"/>
              </a:spcBef>
              <a:spcAft>
                <a:spcPts val="0"/>
              </a:spcAft>
              <a:buClr>
                <a:schemeClr val="dk1"/>
              </a:buClr>
              <a:buSzPts val="1400"/>
              <a:buChar char="●"/>
              <a:defRPr/>
            </a:lvl7pPr>
            <a:lvl8pPr marL="3657490" lvl="7" indent="-317490" algn="l" rtl="0">
              <a:lnSpc>
                <a:spcPct val="90000"/>
              </a:lnSpc>
              <a:spcBef>
                <a:spcPts val="1200"/>
              </a:spcBef>
              <a:spcAft>
                <a:spcPts val="0"/>
              </a:spcAft>
              <a:buClr>
                <a:schemeClr val="dk1"/>
              </a:buClr>
              <a:buSzPts val="1400"/>
              <a:buChar char="○"/>
              <a:defRPr/>
            </a:lvl8pPr>
            <a:lvl9pPr marL="4114676" lvl="8" indent="-317490" algn="l" rtl="0">
              <a:lnSpc>
                <a:spcPct val="90000"/>
              </a:lnSpc>
              <a:spcBef>
                <a:spcPts val="1200"/>
              </a:spcBef>
              <a:spcAft>
                <a:spcPts val="12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7"/>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7"/>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7"/>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 smtClean="0"/>
              <a:pPr/>
              <a:t>‹#›</a:t>
            </a:fld>
            <a:endParaRPr lang="e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56"/>
        <p:cNvGrpSpPr/>
        <p:nvPr/>
      </p:nvGrpSpPr>
      <p:grpSpPr>
        <a:xfrm>
          <a:off x="0" y="0"/>
          <a:ext cx="0" cy="0"/>
          <a:chOff x="0" y="0"/>
          <a:chExt cx="0" cy="0"/>
        </a:xfrm>
      </p:grpSpPr>
      <p:sp>
        <p:nvSpPr>
          <p:cNvPr id="57" name="Google Shape;57;p14"/>
          <p:cNvSpPr/>
          <p:nvPr/>
        </p:nvSpPr>
        <p:spPr>
          <a:xfrm>
            <a:off x="-6425" y="-7358"/>
            <a:ext cx="9175500" cy="333600"/>
          </a:xfrm>
          <a:prstGeom prst="rect">
            <a:avLst/>
          </a:prstGeom>
          <a:solidFill>
            <a:srgbClr val="13192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sp>
        <p:nvSpPr>
          <p:cNvPr id="58" name="Google Shape;58;p14"/>
          <p:cNvSpPr txBox="1"/>
          <p:nvPr/>
        </p:nvSpPr>
        <p:spPr>
          <a:xfrm>
            <a:off x="35400" y="-48303"/>
            <a:ext cx="1086000" cy="323155"/>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200" b="1">
                <a:solidFill>
                  <a:schemeClr val="lt1"/>
                </a:solidFill>
                <a:latin typeface="Lato"/>
                <a:ea typeface="Lato"/>
                <a:cs typeface="Lato"/>
                <a:sym typeface="Lato"/>
              </a:rPr>
              <a:t>amazin’</a:t>
            </a:r>
            <a:endParaRPr sz="1200" b="1">
              <a:solidFill>
                <a:schemeClr val="lt1"/>
              </a:solidFill>
              <a:latin typeface="Lato"/>
              <a:ea typeface="Lato"/>
              <a:cs typeface="Lato"/>
              <a:sym typeface="Lato"/>
            </a:endParaRPr>
          </a:p>
        </p:txBody>
      </p:sp>
      <p:sp>
        <p:nvSpPr>
          <p:cNvPr id="59" name="Google Shape;59;p14"/>
          <p:cNvSpPr txBox="1"/>
          <p:nvPr/>
        </p:nvSpPr>
        <p:spPr>
          <a:xfrm rot="5400000">
            <a:off x="380019" y="-31404"/>
            <a:ext cx="257100" cy="507819"/>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2300">
                <a:solidFill>
                  <a:srgbClr val="FB9701"/>
                </a:solidFill>
              </a:rPr>
              <a:t>)</a:t>
            </a:r>
            <a:endParaRPr sz="2300">
              <a:solidFill>
                <a:srgbClr val="FB9701"/>
              </a:solidFill>
            </a:endParaRPr>
          </a:p>
        </p:txBody>
      </p:sp>
      <p:sp>
        <p:nvSpPr>
          <p:cNvPr id="60" name="Google Shape;60;p14"/>
          <p:cNvSpPr/>
          <p:nvPr/>
        </p:nvSpPr>
        <p:spPr>
          <a:xfrm>
            <a:off x="991527" y="44273"/>
            <a:ext cx="5878200" cy="230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sp>
        <p:nvSpPr>
          <p:cNvPr id="61" name="Google Shape;61;p14"/>
          <p:cNvSpPr/>
          <p:nvPr/>
        </p:nvSpPr>
        <p:spPr>
          <a:xfrm>
            <a:off x="6068501" y="44273"/>
            <a:ext cx="801300" cy="230700"/>
          </a:xfrm>
          <a:prstGeom prst="roundRect">
            <a:avLst>
              <a:gd name="adj" fmla="val 16667"/>
            </a:avLst>
          </a:prstGeom>
          <a:solidFill>
            <a:srgbClr val="FEBD69"/>
          </a:solidFill>
          <a:ln w="9525"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sp>
        <p:nvSpPr>
          <p:cNvPr id="62" name="Google Shape;62;p14"/>
          <p:cNvSpPr/>
          <p:nvPr/>
        </p:nvSpPr>
        <p:spPr>
          <a:xfrm>
            <a:off x="963100" y="44273"/>
            <a:ext cx="801300" cy="230700"/>
          </a:xfrm>
          <a:prstGeom prst="roundRect">
            <a:avLst>
              <a:gd name="adj" fmla="val 16667"/>
            </a:avLst>
          </a:prstGeom>
          <a:solidFill>
            <a:srgbClr val="F3F3F3"/>
          </a:solidFill>
          <a:ln w="9525"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sp>
        <p:nvSpPr>
          <p:cNvPr id="63" name="Google Shape;63;p14"/>
          <p:cNvSpPr/>
          <p:nvPr/>
        </p:nvSpPr>
        <p:spPr>
          <a:xfrm>
            <a:off x="1480552" y="47325"/>
            <a:ext cx="5012400" cy="224100"/>
          </a:xfrm>
          <a:prstGeom prst="rect">
            <a:avLst/>
          </a:prstGeom>
          <a:solidFill>
            <a:srgbClr val="FFFFF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sp>
        <p:nvSpPr>
          <p:cNvPr id="64" name="Google Shape;64;p14"/>
          <p:cNvSpPr txBox="1"/>
          <p:nvPr/>
        </p:nvSpPr>
        <p:spPr>
          <a:xfrm>
            <a:off x="985417" y="41345"/>
            <a:ext cx="628500" cy="230822"/>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600">
                <a:solidFill>
                  <a:srgbClr val="999999"/>
                </a:solidFill>
                <a:latin typeface="Lato"/>
                <a:ea typeface="Lato"/>
                <a:cs typeface="Lato"/>
                <a:sym typeface="Lato"/>
              </a:rPr>
              <a:t>All ⏷ </a:t>
            </a:r>
            <a:endParaRPr sz="600">
              <a:solidFill>
                <a:srgbClr val="999999"/>
              </a:solidFill>
              <a:latin typeface="Lato"/>
              <a:ea typeface="Lato"/>
              <a:cs typeface="Lato"/>
              <a:sym typeface="Lato"/>
            </a:endParaRPr>
          </a:p>
        </p:txBody>
      </p:sp>
      <p:pic>
        <p:nvPicPr>
          <p:cNvPr id="65" name="Google Shape;65;p14"/>
          <p:cNvPicPr preferRelativeResize="0"/>
          <p:nvPr/>
        </p:nvPicPr>
        <p:blipFill>
          <a:blip r:embed="rId2">
            <a:alphaModFix/>
          </a:blip>
          <a:stretch>
            <a:fillRect/>
          </a:stretch>
        </p:blipFill>
        <p:spPr>
          <a:xfrm>
            <a:off x="6484952" y="23736"/>
            <a:ext cx="276486" cy="276486"/>
          </a:xfrm>
          <a:prstGeom prst="rect">
            <a:avLst/>
          </a:prstGeom>
          <a:noFill/>
          <a:ln>
            <a:noFill/>
          </a:ln>
        </p:spPr>
      </p:pic>
      <p:sp>
        <p:nvSpPr>
          <p:cNvPr id="66" name="Google Shape;66;p14"/>
          <p:cNvSpPr txBox="1"/>
          <p:nvPr/>
        </p:nvSpPr>
        <p:spPr>
          <a:xfrm>
            <a:off x="7067695" y="-13208"/>
            <a:ext cx="1119300" cy="353933"/>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700">
                <a:solidFill>
                  <a:schemeClr val="lt1"/>
                </a:solidFill>
                <a:latin typeface="Lato"/>
                <a:ea typeface="Lato"/>
                <a:cs typeface="Lato"/>
                <a:sym typeface="Lato"/>
              </a:rPr>
              <a:t>Hello, Sign in</a:t>
            </a:r>
            <a:endParaRPr sz="700">
              <a:solidFill>
                <a:schemeClr val="lt1"/>
              </a:solidFill>
              <a:latin typeface="Lato"/>
              <a:ea typeface="Lato"/>
              <a:cs typeface="Lato"/>
              <a:sym typeface="Lato"/>
            </a:endParaRPr>
          </a:p>
          <a:p>
            <a:pPr marL="0" lvl="0" indent="0" algn="l" rtl="0">
              <a:spcBef>
                <a:spcPts val="0"/>
              </a:spcBef>
              <a:spcAft>
                <a:spcPts val="0"/>
              </a:spcAft>
              <a:buNone/>
            </a:pPr>
            <a:r>
              <a:rPr lang="en" sz="700" b="1">
                <a:solidFill>
                  <a:schemeClr val="lt1"/>
                </a:solidFill>
                <a:latin typeface="Lato"/>
                <a:ea typeface="Lato"/>
                <a:cs typeface="Lato"/>
                <a:sym typeface="Lato"/>
              </a:rPr>
              <a:t>Account &amp; Lists ⏷</a:t>
            </a:r>
            <a:endParaRPr sz="700" b="1">
              <a:solidFill>
                <a:schemeClr val="lt1"/>
              </a:solidFill>
              <a:latin typeface="Lato"/>
              <a:ea typeface="Lato"/>
              <a:cs typeface="Lato"/>
              <a:sym typeface="Lato"/>
            </a:endParaRPr>
          </a:p>
        </p:txBody>
      </p:sp>
      <p:cxnSp>
        <p:nvCxnSpPr>
          <p:cNvPr id="67" name="Google Shape;67;p14"/>
          <p:cNvCxnSpPr/>
          <p:nvPr/>
        </p:nvCxnSpPr>
        <p:spPr>
          <a:xfrm>
            <a:off x="8273052" y="71813"/>
            <a:ext cx="88800" cy="0"/>
          </a:xfrm>
          <a:prstGeom prst="straightConnector1">
            <a:avLst/>
          </a:prstGeom>
          <a:noFill/>
          <a:ln w="38100" cap="flat" cmpd="sng">
            <a:solidFill>
              <a:schemeClr val="lt1"/>
            </a:solidFill>
            <a:prstDash val="solid"/>
            <a:round/>
            <a:headEnd type="none" w="med" len="med"/>
            <a:tailEnd type="none" w="med" len="med"/>
          </a:ln>
        </p:spPr>
      </p:cxnSp>
      <p:cxnSp>
        <p:nvCxnSpPr>
          <p:cNvPr id="68" name="Google Shape;68;p14"/>
          <p:cNvCxnSpPr/>
          <p:nvPr/>
        </p:nvCxnSpPr>
        <p:spPr>
          <a:xfrm>
            <a:off x="8345568" y="65663"/>
            <a:ext cx="102600" cy="134400"/>
          </a:xfrm>
          <a:prstGeom prst="straightConnector1">
            <a:avLst/>
          </a:prstGeom>
          <a:noFill/>
          <a:ln w="38100" cap="flat" cmpd="sng">
            <a:solidFill>
              <a:schemeClr val="lt1"/>
            </a:solidFill>
            <a:prstDash val="solid"/>
            <a:round/>
            <a:headEnd type="none" w="med" len="med"/>
            <a:tailEnd type="none" w="med" len="med"/>
          </a:ln>
        </p:spPr>
      </p:cxnSp>
      <p:cxnSp>
        <p:nvCxnSpPr>
          <p:cNvPr id="69" name="Google Shape;69;p14"/>
          <p:cNvCxnSpPr/>
          <p:nvPr/>
        </p:nvCxnSpPr>
        <p:spPr>
          <a:xfrm>
            <a:off x="8430922" y="192269"/>
            <a:ext cx="145800" cy="0"/>
          </a:xfrm>
          <a:prstGeom prst="straightConnector1">
            <a:avLst/>
          </a:prstGeom>
          <a:noFill/>
          <a:ln w="38100" cap="flat" cmpd="sng">
            <a:solidFill>
              <a:schemeClr val="lt1"/>
            </a:solidFill>
            <a:prstDash val="solid"/>
            <a:round/>
            <a:headEnd type="none" w="med" len="med"/>
            <a:tailEnd type="none" w="med" len="med"/>
          </a:ln>
        </p:spPr>
      </p:cxnSp>
      <p:cxnSp>
        <p:nvCxnSpPr>
          <p:cNvPr id="70" name="Google Shape;70;p14"/>
          <p:cNvCxnSpPr/>
          <p:nvPr/>
        </p:nvCxnSpPr>
        <p:spPr>
          <a:xfrm flipH="1">
            <a:off x="8560550" y="111060"/>
            <a:ext cx="68400" cy="88800"/>
          </a:xfrm>
          <a:prstGeom prst="straightConnector1">
            <a:avLst/>
          </a:prstGeom>
          <a:noFill/>
          <a:ln w="38100" cap="flat" cmpd="sng">
            <a:solidFill>
              <a:schemeClr val="lt1"/>
            </a:solidFill>
            <a:prstDash val="solid"/>
            <a:round/>
            <a:headEnd type="none" w="med" len="med"/>
            <a:tailEnd type="none" w="med" len="med"/>
          </a:ln>
        </p:spPr>
      </p:cxnSp>
      <p:sp>
        <p:nvSpPr>
          <p:cNvPr id="71" name="Google Shape;71;p14"/>
          <p:cNvSpPr/>
          <p:nvPr/>
        </p:nvSpPr>
        <p:spPr>
          <a:xfrm>
            <a:off x="8434475" y="219567"/>
            <a:ext cx="38100" cy="28500"/>
          </a:xfrm>
          <a:prstGeom prst="ellipse">
            <a:avLst/>
          </a:prstGeom>
          <a:solidFill>
            <a:schemeClr val="lt2"/>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sp>
        <p:nvSpPr>
          <p:cNvPr id="72" name="Google Shape;72;p14"/>
          <p:cNvSpPr/>
          <p:nvPr/>
        </p:nvSpPr>
        <p:spPr>
          <a:xfrm>
            <a:off x="8536669" y="219567"/>
            <a:ext cx="38100" cy="28500"/>
          </a:xfrm>
          <a:prstGeom prst="ellipse">
            <a:avLst/>
          </a:prstGeom>
          <a:solidFill>
            <a:schemeClr val="lt2"/>
          </a:solidFill>
          <a:ln w="9525"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sp>
        <p:nvSpPr>
          <p:cNvPr id="73" name="Google Shape;73;p14"/>
          <p:cNvSpPr txBox="1"/>
          <p:nvPr/>
        </p:nvSpPr>
        <p:spPr>
          <a:xfrm>
            <a:off x="8361020" y="-56132"/>
            <a:ext cx="175200" cy="307766"/>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100" b="1">
                <a:solidFill>
                  <a:srgbClr val="FB9701"/>
                </a:solidFill>
                <a:latin typeface="Lato"/>
                <a:ea typeface="Lato"/>
                <a:cs typeface="Lato"/>
                <a:sym typeface="Lato"/>
              </a:rPr>
              <a:t>0</a:t>
            </a:r>
            <a:endParaRPr sz="1100" b="1">
              <a:solidFill>
                <a:srgbClr val="FB9701"/>
              </a:solidFill>
              <a:latin typeface="Lato"/>
              <a:ea typeface="Lato"/>
              <a:cs typeface="Lato"/>
              <a:sym typeface="Lato"/>
            </a:endParaRPr>
          </a:p>
        </p:txBody>
      </p:sp>
      <p:sp>
        <p:nvSpPr>
          <p:cNvPr id="74" name="Google Shape;74;p14"/>
          <p:cNvSpPr txBox="1"/>
          <p:nvPr/>
        </p:nvSpPr>
        <p:spPr>
          <a:xfrm>
            <a:off x="8532977" y="101164"/>
            <a:ext cx="428100" cy="246211"/>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700" b="1">
                <a:solidFill>
                  <a:schemeClr val="lt1"/>
                </a:solidFill>
                <a:latin typeface="Lato"/>
                <a:ea typeface="Lato"/>
                <a:cs typeface="Lato"/>
                <a:sym typeface="Lato"/>
              </a:rPr>
              <a:t>Cart</a:t>
            </a:r>
            <a:endParaRPr sz="700" b="1">
              <a:solidFill>
                <a:schemeClr val="lt1"/>
              </a:solidFill>
              <a:latin typeface="Lato"/>
              <a:ea typeface="Lato"/>
              <a:cs typeface="Lato"/>
              <a:sym typeface="Lato"/>
            </a:endParaRPr>
          </a:p>
        </p:txBody>
      </p:sp>
      <p:sp>
        <p:nvSpPr>
          <p:cNvPr id="75" name="Google Shape;75;p14"/>
          <p:cNvSpPr/>
          <p:nvPr/>
        </p:nvSpPr>
        <p:spPr>
          <a:xfrm>
            <a:off x="-8975" y="324648"/>
            <a:ext cx="9175500" cy="182700"/>
          </a:xfrm>
          <a:prstGeom prst="rect">
            <a:avLst/>
          </a:prstGeom>
          <a:solidFill>
            <a:srgbClr val="232F3E"/>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400"/>
          </a:p>
        </p:txBody>
      </p:sp>
      <p:grpSp>
        <p:nvGrpSpPr>
          <p:cNvPr id="76" name="Google Shape;76;p14"/>
          <p:cNvGrpSpPr/>
          <p:nvPr/>
        </p:nvGrpSpPr>
        <p:grpSpPr>
          <a:xfrm>
            <a:off x="137071" y="299254"/>
            <a:ext cx="9163961" cy="230822"/>
            <a:chOff x="137067" y="433624"/>
            <a:chExt cx="9163961" cy="307762"/>
          </a:xfrm>
        </p:grpSpPr>
        <p:sp>
          <p:nvSpPr>
            <p:cNvPr id="77" name="Google Shape;77;p14"/>
            <p:cNvSpPr txBox="1"/>
            <p:nvPr/>
          </p:nvSpPr>
          <p:spPr>
            <a:xfrm>
              <a:off x="222728" y="433624"/>
              <a:ext cx="9078300" cy="307762"/>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600">
                  <a:solidFill>
                    <a:schemeClr val="lt1"/>
                  </a:solidFill>
                  <a:latin typeface="Lato"/>
                  <a:ea typeface="Lato"/>
                  <a:cs typeface="Lato"/>
                  <a:sym typeface="Lato"/>
                </a:rPr>
                <a:t>All       Best Sellers       Primo      Customer Service       New Releases       Today’s Deals       Books       Fashion       Registry       Kind Books       Gift Cards       Amazin’ Home       Sell       Computers       Coupons</a:t>
              </a:r>
              <a:endParaRPr sz="600">
                <a:solidFill>
                  <a:schemeClr val="lt1"/>
                </a:solidFill>
                <a:latin typeface="Lato"/>
                <a:ea typeface="Lato"/>
                <a:cs typeface="Lato"/>
                <a:sym typeface="Lato"/>
              </a:endParaRPr>
            </a:p>
          </p:txBody>
        </p:sp>
        <p:grpSp>
          <p:nvGrpSpPr>
            <p:cNvPr id="78" name="Google Shape;78;p14"/>
            <p:cNvGrpSpPr/>
            <p:nvPr/>
          </p:nvGrpSpPr>
          <p:grpSpPr>
            <a:xfrm>
              <a:off x="137067" y="540939"/>
              <a:ext cx="128700" cy="84479"/>
              <a:chOff x="121300" y="537300"/>
              <a:chExt cx="128700" cy="84479"/>
            </a:xfrm>
          </p:grpSpPr>
          <p:cxnSp>
            <p:nvCxnSpPr>
              <p:cNvPr id="79" name="Google Shape;79;p14"/>
              <p:cNvCxnSpPr/>
              <p:nvPr/>
            </p:nvCxnSpPr>
            <p:spPr>
              <a:xfrm>
                <a:off x="121300" y="537300"/>
                <a:ext cx="128700" cy="0"/>
              </a:xfrm>
              <a:prstGeom prst="straightConnector1">
                <a:avLst/>
              </a:prstGeom>
              <a:noFill/>
              <a:ln w="9525" cap="flat" cmpd="sng">
                <a:solidFill>
                  <a:schemeClr val="lt1"/>
                </a:solidFill>
                <a:prstDash val="solid"/>
                <a:round/>
                <a:headEnd type="none" w="med" len="med"/>
                <a:tailEnd type="none" w="med" len="med"/>
              </a:ln>
            </p:spPr>
          </p:cxnSp>
          <p:cxnSp>
            <p:nvCxnSpPr>
              <p:cNvPr id="80" name="Google Shape;80;p14"/>
              <p:cNvCxnSpPr/>
              <p:nvPr/>
            </p:nvCxnSpPr>
            <p:spPr>
              <a:xfrm>
                <a:off x="121300" y="575901"/>
                <a:ext cx="128700" cy="0"/>
              </a:xfrm>
              <a:prstGeom prst="straightConnector1">
                <a:avLst/>
              </a:prstGeom>
              <a:noFill/>
              <a:ln w="9525" cap="flat" cmpd="sng">
                <a:solidFill>
                  <a:schemeClr val="lt1"/>
                </a:solidFill>
                <a:prstDash val="solid"/>
                <a:round/>
                <a:headEnd type="none" w="med" len="med"/>
                <a:tailEnd type="none" w="med" len="med"/>
              </a:ln>
            </p:spPr>
          </p:cxnSp>
          <p:cxnSp>
            <p:nvCxnSpPr>
              <p:cNvPr id="81" name="Google Shape;81;p14"/>
              <p:cNvCxnSpPr/>
              <p:nvPr/>
            </p:nvCxnSpPr>
            <p:spPr>
              <a:xfrm>
                <a:off x="121300" y="621779"/>
                <a:ext cx="128700" cy="0"/>
              </a:xfrm>
              <a:prstGeom prst="straightConnector1">
                <a:avLst/>
              </a:prstGeom>
              <a:noFill/>
              <a:ln w="9525" cap="flat" cmpd="sng">
                <a:solidFill>
                  <a:schemeClr val="lt1"/>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2" y="445029"/>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2"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2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1drv.ms/x/c/b78710d7fb55a0c0/EVlm0aZfe0JFlHKGx8kRMu4B4rYRGc1t6423rG63jrxnQw?e=I8vzff"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1000"/>
            <a:lum/>
          </a:blip>
          <a:srcRect/>
          <a:stretch>
            <a:fillRect/>
          </a:stretch>
        </a:blipFill>
        <a:effectLst/>
      </p:bgPr>
    </p:bg>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628652" y="273845"/>
            <a:ext cx="7886700" cy="994200"/>
          </a:xfrm>
          <a:prstGeom prst="rect">
            <a:avLst/>
          </a:prstGeom>
        </p:spPr>
        <p:txBody>
          <a:bodyPr spcFirstLastPara="1" wrap="square" lIns="68575" tIns="34275" rIns="68575" bIns="34275" anchor="ctr" anchorCtr="0">
            <a:noAutofit/>
          </a:bodyPr>
          <a:lstStyle/>
          <a:p>
            <a:pPr algn="ctr">
              <a:lnSpc>
                <a:spcPct val="115000"/>
              </a:lnSpc>
            </a:pPr>
            <a:endParaRPr dirty="0">
              <a:solidFill>
                <a:srgbClr val="073763"/>
              </a:solidFill>
              <a:highlight>
                <a:srgbClr val="FFFFFF"/>
              </a:highlight>
              <a:latin typeface="Playfair Display SemiBold"/>
              <a:ea typeface="Playfair Display SemiBold"/>
              <a:cs typeface="Playfair Display SemiBold"/>
              <a:sym typeface="Playfair Display SemiBold"/>
            </a:endParaRPr>
          </a:p>
          <a:p>
            <a:pPr algn="ctr">
              <a:lnSpc>
                <a:spcPct val="115000"/>
              </a:lnSpc>
            </a:pPr>
            <a:endParaRPr dirty="0">
              <a:solidFill>
                <a:srgbClr val="073763"/>
              </a:solidFill>
              <a:highlight>
                <a:srgbClr val="FFFFFF"/>
              </a:highlight>
              <a:latin typeface="Playfair Display SemiBold"/>
              <a:ea typeface="Playfair Display SemiBold"/>
              <a:cs typeface="Playfair Display SemiBold"/>
              <a:sym typeface="Playfair Display SemiBold"/>
            </a:endParaRPr>
          </a:p>
          <a:p>
            <a:pPr algn="ctr">
              <a:lnSpc>
                <a:spcPct val="115000"/>
              </a:lnSpc>
              <a:spcBef>
                <a:spcPts val="2000"/>
              </a:spcBef>
            </a:pPr>
            <a:r>
              <a:rPr lang="en" dirty="0">
                <a:solidFill>
                  <a:srgbClr val="073763"/>
                </a:solidFill>
                <a:highlight>
                  <a:srgbClr val="FFFFFF"/>
                </a:highlight>
                <a:latin typeface="Playfair Display SemiBold"/>
                <a:ea typeface="Playfair Display SemiBold"/>
                <a:cs typeface="Playfair Display SemiBold"/>
                <a:sym typeface="Playfair Display SemiBold"/>
              </a:rPr>
              <a:t>HUL LIME XVI: Building for the Next Gen</a:t>
            </a:r>
            <a:endParaRPr dirty="0">
              <a:solidFill>
                <a:srgbClr val="073763"/>
              </a:solidFill>
              <a:highlight>
                <a:srgbClr val="FFFFFF"/>
              </a:highlight>
              <a:latin typeface="Playfair Display SemiBold"/>
              <a:ea typeface="Playfair Display SemiBold"/>
              <a:cs typeface="Playfair Display SemiBold"/>
              <a:sym typeface="Playfair Display SemiBold"/>
            </a:endParaRPr>
          </a:p>
          <a:p>
            <a:pPr>
              <a:spcBef>
                <a:spcPts val="600"/>
              </a:spcBef>
            </a:pPr>
            <a:endParaRPr dirty="0"/>
          </a:p>
        </p:txBody>
      </p:sp>
      <p:sp>
        <p:nvSpPr>
          <p:cNvPr id="2" name="TextBox 1">
            <a:extLst>
              <a:ext uri="{FF2B5EF4-FFF2-40B4-BE49-F238E27FC236}">
                <a16:creationId xmlns:a16="http://schemas.microsoft.com/office/drawing/2014/main" id="{9332FBE3-659B-387F-E0F0-4B069FBF7CE9}"/>
              </a:ext>
            </a:extLst>
          </p:cNvPr>
          <p:cNvSpPr txBox="1"/>
          <p:nvPr/>
        </p:nvSpPr>
        <p:spPr>
          <a:xfrm>
            <a:off x="1520286" y="2219713"/>
            <a:ext cx="6103434" cy="1384995"/>
          </a:xfrm>
          <a:prstGeom prst="rect">
            <a:avLst/>
          </a:prstGeom>
          <a:noFill/>
        </p:spPr>
        <p:txBody>
          <a:bodyPr wrap="square" rtlCol="0">
            <a:spAutoFit/>
          </a:bodyPr>
          <a:lstStyle/>
          <a:p>
            <a:pPr algn="ctr" defTabSz="914372">
              <a:defRPr/>
            </a:pPr>
            <a:r>
              <a:rPr lang="en-US" sz="2400" dirty="0">
                <a:solidFill>
                  <a:srgbClr val="FFAB40">
                    <a:lumMod val="75000"/>
                  </a:srgbClr>
                </a:solidFill>
                <a:latin typeface="Algerian" panose="04020705040A02060702" pitchFamily="82" charset="0"/>
              </a:rPr>
              <a:t>Case Conqueror</a:t>
            </a:r>
          </a:p>
          <a:p>
            <a:pPr algn="ctr" defTabSz="914372">
              <a:defRPr/>
            </a:pPr>
            <a:r>
              <a:rPr lang="en-US" sz="2000" dirty="0">
                <a:latin typeface="Agency FB" panose="020B0503020202020204" pitchFamily="34" charset="0"/>
              </a:rPr>
              <a:t>Aman Kumar Sinha</a:t>
            </a:r>
          </a:p>
          <a:p>
            <a:pPr algn="ctr" defTabSz="914372">
              <a:defRPr/>
            </a:pPr>
            <a:r>
              <a:rPr lang="en-US" sz="2000" dirty="0">
                <a:latin typeface="Agency FB" panose="020B0503020202020204" pitchFamily="34" charset="0"/>
              </a:rPr>
              <a:t>Divyansh Kumar</a:t>
            </a:r>
          </a:p>
          <a:p>
            <a:pPr algn="ctr" defTabSz="914372">
              <a:defRPr/>
            </a:pPr>
            <a:r>
              <a:rPr lang="en-US" sz="2000" dirty="0">
                <a:latin typeface="Agency FB" panose="020B0503020202020204" pitchFamily="34" charset="0"/>
              </a:rPr>
              <a:t>Shibangi Paul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39750" y="-6394"/>
            <a:ext cx="4094700" cy="1541054"/>
          </a:xfrm>
          <a:prstGeom prst="rect">
            <a:avLst/>
          </a:prstGeom>
          <a:ln w="19050" cap="flat" cmpd="sng">
            <a:solidFill>
              <a:srgbClr val="1C4587"/>
            </a:solidFill>
            <a:prstDash val="solid"/>
            <a:round/>
            <a:headEnd type="none" w="sm" len="sm"/>
            <a:tailEnd type="none" w="sm" len="sm"/>
          </a:ln>
        </p:spPr>
        <p:txBody>
          <a:bodyPr spcFirstLastPara="1" wrap="square" lIns="68575" tIns="34275" rIns="68575" bIns="34275" anchor="t" anchorCtr="0">
            <a:noAutofit/>
          </a:bodyPr>
          <a:lstStyle/>
          <a:p>
            <a:pPr>
              <a:buClr>
                <a:srgbClr val="F1AE41"/>
              </a:buClr>
              <a:buSzPts val="3000"/>
            </a:pPr>
            <a:br>
              <a:rPr lang="en" sz="1200" b="1" dirty="0">
                <a:solidFill>
                  <a:srgbClr val="1155CC"/>
                </a:solidFill>
              </a:rPr>
            </a:br>
            <a:r>
              <a:rPr lang="en" sz="1100" b="1" dirty="0">
                <a:solidFill>
                  <a:srgbClr val="1155CC"/>
                </a:solidFill>
              </a:rPr>
              <a:t>Hero Brand:</a:t>
            </a:r>
            <a:r>
              <a:rPr lang="en" sz="1200" b="1" dirty="0">
                <a:solidFill>
                  <a:srgbClr val="1155CC"/>
                </a:solidFill>
              </a:rPr>
              <a:t> </a:t>
            </a:r>
            <a:r>
              <a:rPr lang="en" sz="1000" i="1" dirty="0">
                <a:solidFill>
                  <a:schemeClr val="dk2"/>
                </a:solidFill>
              </a:rPr>
              <a:t>Pepsodent</a:t>
            </a:r>
            <a:endParaRPr sz="1000" i="1" dirty="0">
              <a:solidFill>
                <a:schemeClr val="dk2"/>
              </a:solidFill>
            </a:endParaRPr>
          </a:p>
          <a:p>
            <a:pPr>
              <a:buClr>
                <a:srgbClr val="F1AE41"/>
              </a:buClr>
              <a:buSzPts val="3000"/>
            </a:pPr>
            <a:endParaRPr sz="1000" i="1" dirty="0">
              <a:solidFill>
                <a:schemeClr val="dk2"/>
              </a:solidFill>
            </a:endParaRPr>
          </a:p>
          <a:p>
            <a:pPr>
              <a:buClr>
                <a:srgbClr val="F1AE41"/>
              </a:buClr>
              <a:buSzPts val="3000"/>
            </a:pPr>
            <a:r>
              <a:rPr lang="en" sz="1100" b="1" dirty="0">
                <a:solidFill>
                  <a:srgbClr val="1155CC"/>
                </a:solidFill>
              </a:rPr>
              <a:t>Summary of Consumer immersions:</a:t>
            </a:r>
            <a:br>
              <a:rPr lang="en" sz="1100" b="1" dirty="0">
                <a:solidFill>
                  <a:srgbClr val="1155CC"/>
                </a:solidFill>
              </a:rPr>
            </a:br>
            <a:endParaRPr sz="1200" b="1" dirty="0">
              <a:solidFill>
                <a:srgbClr val="1155CC"/>
              </a:solidFill>
            </a:endParaRPr>
          </a:p>
          <a:p>
            <a:pPr>
              <a:buClr>
                <a:srgbClr val="F1AE41"/>
              </a:buClr>
              <a:buSzPts val="3000"/>
            </a:pPr>
            <a:r>
              <a:rPr lang="en" sz="10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Sample Size:</a:t>
            </a:r>
            <a: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20 Persons</a:t>
            </a:r>
            <a:b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br>
            <a:r>
              <a:rPr lang="en" sz="10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Sample Selection method: </a:t>
            </a:r>
            <a: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Random, Convinience</a:t>
            </a:r>
            <a:b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br>
            <a:r>
              <a:rPr lang="en" sz="10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Occupation Status:</a:t>
            </a:r>
            <a: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Employed GenZs &amp; Students</a:t>
            </a:r>
            <a:b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br>
            <a:r>
              <a:rPr lang="en" sz="10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Age Range:</a:t>
            </a:r>
            <a: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20-27</a:t>
            </a:r>
            <a:b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br>
            <a:r>
              <a:rPr lang="en" sz="10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Average Income of the Sample: </a:t>
            </a:r>
            <a:r>
              <a:rPr lang="en"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INR 10,32,500</a:t>
            </a:r>
            <a:endParaRPr sz="1200" b="1" dirty="0">
              <a:solidFill>
                <a:srgbClr val="1155CC"/>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3" name="Google Shape;93;p16"/>
          <p:cNvSpPr txBox="1"/>
          <p:nvPr/>
        </p:nvSpPr>
        <p:spPr>
          <a:xfrm>
            <a:off x="4184400" y="-1"/>
            <a:ext cx="4902250" cy="2793042"/>
          </a:xfrm>
          <a:prstGeom prst="rect">
            <a:avLst/>
          </a:prstGeom>
          <a:noFill/>
          <a:ln w="19050" cap="flat" cmpd="sng">
            <a:solidFill>
              <a:srgbClr val="1C4587"/>
            </a:solidFill>
            <a:prstDash val="solid"/>
            <a:round/>
            <a:headEnd type="none" w="sm" len="sm"/>
            <a:tailEnd type="none" w="sm" len="sm"/>
          </a:ln>
        </p:spPr>
        <p:txBody>
          <a:bodyPr spcFirstLastPara="1" wrap="square" lIns="91425" tIns="91425" rIns="91425" bIns="91425" anchor="t" anchorCtr="0">
            <a:spAutoFit/>
          </a:bodyPr>
          <a:lstStyle/>
          <a:p>
            <a:pPr>
              <a:lnSpc>
                <a:spcPct val="115000"/>
              </a:lnSpc>
            </a:pPr>
            <a:r>
              <a:rPr lang="en" sz="1100" b="1" dirty="0">
                <a:solidFill>
                  <a:srgbClr val="1155CC"/>
                </a:solidFill>
              </a:rPr>
              <a:t>Top Consumer Trends:</a:t>
            </a:r>
            <a:endParaRPr lang="en-US" sz="1200" b="1" dirty="0">
              <a:solidFill>
                <a:srgbClr val="1155CC"/>
              </a:solidFill>
            </a:endParaRPr>
          </a:p>
          <a:p>
            <a:pPr marL="171445" indent="-171445" algn="just">
              <a:lnSpc>
                <a:spcPct val="90000"/>
              </a:lnSpc>
              <a:spcBef>
                <a:spcPts val="600"/>
              </a:spcBef>
              <a:buClr>
                <a:schemeClr val="dk1"/>
              </a:buClr>
              <a:buSzPts val="1100"/>
              <a:buFont typeface="Arial" panose="020B0604020202020204" pitchFamily="34" charset="0"/>
              <a:buChar char="•"/>
            </a:pP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Consumer verbatim reveals that they are preferring toothpaste that contains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natural, eco-friendly and organic ingredients</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It is was also revealed that they look out for toothpaste which is effective in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sensitivity relief </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and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teeth</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whitening</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indicating a focus on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oral health </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and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aesthetics. </a:t>
            </a:r>
          </a:p>
          <a:p>
            <a:pPr marL="171445" indent="-171445" algn="just">
              <a:lnSpc>
                <a:spcPct val="90000"/>
              </a:lnSpc>
              <a:spcBef>
                <a:spcPts val="600"/>
              </a:spcBef>
              <a:buClr>
                <a:schemeClr val="dk1"/>
              </a:buClr>
              <a:buSzPts val="1100"/>
              <a:buFont typeface="Arial" panose="020B0604020202020204" pitchFamily="34" charset="0"/>
              <a:buChar char="•"/>
            </a:pP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Online content, offline ads and social media influence</a:t>
            </a:r>
            <a:r>
              <a:rPr lang="en-US" sz="1000" i="1"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rPr>
              <a:t> </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purchasing decisions, while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price</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sensitivity coexists with a willingness to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pay more for quality and sustainable products</a:t>
            </a: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a:t>
            </a:r>
          </a:p>
          <a:p>
            <a:pPr marL="171445" indent="-171445" algn="just">
              <a:lnSpc>
                <a:spcPct val="90000"/>
              </a:lnSpc>
              <a:spcBef>
                <a:spcPts val="600"/>
              </a:spcBef>
              <a:buClr>
                <a:schemeClr val="dk1"/>
              </a:buClr>
              <a:buSzPts val="1100"/>
              <a:buFont typeface="Arial" panose="020B0604020202020204" pitchFamily="34" charset="0"/>
              <a:buChar char="•"/>
            </a:pPr>
            <a:r>
              <a:rPr lang="en-US" sz="10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Overall, trends show a growing connection between </a:t>
            </a:r>
            <a:r>
              <a:rPr lang="en-US" sz="1000" i="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oral care, wellness, sustainability, and conscious consumerism.</a:t>
            </a:r>
            <a:endParaRPr sz="1000" b="1" dirty="0">
              <a:solidFill>
                <a:srgbClr val="FF0000"/>
              </a:solidFill>
            </a:endParaRPr>
          </a:p>
          <a:p>
            <a:pPr>
              <a:lnSpc>
                <a:spcPct val="115000"/>
              </a:lnSpc>
              <a:spcBef>
                <a:spcPts val="600"/>
              </a:spcBef>
            </a:pPr>
            <a:endParaRPr sz="1200" b="1" dirty="0">
              <a:solidFill>
                <a:srgbClr val="1155CC"/>
              </a:solidFill>
            </a:endParaRPr>
          </a:p>
          <a:p>
            <a:pPr>
              <a:lnSpc>
                <a:spcPct val="115000"/>
              </a:lnSpc>
              <a:spcBef>
                <a:spcPts val="600"/>
              </a:spcBef>
            </a:pPr>
            <a:endParaRPr sz="1200" b="1" dirty="0">
              <a:solidFill>
                <a:srgbClr val="1155CC"/>
              </a:solidFill>
            </a:endParaRPr>
          </a:p>
          <a:p>
            <a:pPr marL="457187">
              <a:lnSpc>
                <a:spcPct val="115000"/>
              </a:lnSpc>
              <a:spcBef>
                <a:spcPts val="600"/>
              </a:spcBef>
            </a:pPr>
            <a:endParaRPr sz="1200" b="1" dirty="0">
              <a:solidFill>
                <a:srgbClr val="1155CC"/>
              </a:solidFill>
            </a:endParaRPr>
          </a:p>
          <a:p>
            <a:pPr marL="457187">
              <a:lnSpc>
                <a:spcPct val="115000"/>
              </a:lnSpc>
              <a:spcBef>
                <a:spcPts val="600"/>
              </a:spcBef>
              <a:spcAft>
                <a:spcPts val="600"/>
              </a:spcAft>
              <a:buSzPts val="1100"/>
            </a:pPr>
            <a:endParaRPr sz="300" b="1" dirty="0">
              <a:solidFill>
                <a:srgbClr val="1155CC"/>
              </a:solidFill>
            </a:endParaRPr>
          </a:p>
        </p:txBody>
      </p:sp>
      <p:sp>
        <p:nvSpPr>
          <p:cNvPr id="94" name="Google Shape;94;p16"/>
          <p:cNvSpPr txBox="1"/>
          <p:nvPr/>
        </p:nvSpPr>
        <p:spPr>
          <a:xfrm>
            <a:off x="34679" y="1534660"/>
            <a:ext cx="4094700" cy="3546618"/>
          </a:xfrm>
          <a:prstGeom prst="rect">
            <a:avLst/>
          </a:prstGeom>
          <a:noFill/>
          <a:ln w="19050" cap="flat" cmpd="sng">
            <a:solidFill>
              <a:srgbClr val="1C4587"/>
            </a:solidFill>
            <a:prstDash val="solid"/>
            <a:round/>
            <a:headEnd type="none" w="sm" len="sm"/>
            <a:tailEnd type="none" w="sm" len="sm"/>
          </a:ln>
        </p:spPr>
        <p:txBody>
          <a:bodyPr spcFirstLastPara="1" wrap="square" lIns="91425" tIns="91425" rIns="91425" bIns="91425" anchor="t" anchorCtr="0">
            <a:noAutofit/>
          </a:bodyPr>
          <a:lstStyle/>
          <a:p>
            <a:pPr>
              <a:lnSpc>
                <a:spcPct val="115000"/>
              </a:lnSpc>
            </a:pPr>
            <a:r>
              <a:rPr lang="en" sz="1100" b="1" dirty="0">
                <a:solidFill>
                  <a:srgbClr val="1155CC"/>
                </a:solidFill>
              </a:rPr>
              <a:t>Data to support the Consumer Trends:</a:t>
            </a:r>
          </a:p>
          <a:p>
            <a:pPr>
              <a:lnSpc>
                <a:spcPct val="115000"/>
              </a:lnSpc>
              <a:spcBef>
                <a:spcPts val="600"/>
              </a:spcBef>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The result from the survey and research is shown below in the excel sheet.</a:t>
            </a:r>
          </a:p>
          <a:p>
            <a:pPr>
              <a:lnSpc>
                <a:spcPct val="115000"/>
              </a:lnSpc>
              <a:spcBef>
                <a:spcPts val="600"/>
              </a:spcBef>
            </a:pPr>
            <a:r>
              <a:rPr lang="en-US" sz="1100" dirty="0">
                <a:hlinkClick r:id="rId3"/>
              </a:rPr>
              <a:t>Customer data.xlsx</a:t>
            </a:r>
            <a:endParaRPr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nSpc>
                <a:spcPct val="115000"/>
              </a:lnSpc>
              <a:spcBef>
                <a:spcPts val="600"/>
              </a:spcBef>
            </a:pPr>
            <a:endParaRPr sz="1200" b="1" dirty="0">
              <a:solidFill>
                <a:srgbClr val="1155CC"/>
              </a:solidFill>
            </a:endParaRPr>
          </a:p>
          <a:p>
            <a:pPr>
              <a:lnSpc>
                <a:spcPct val="115000"/>
              </a:lnSpc>
              <a:spcBef>
                <a:spcPts val="600"/>
              </a:spcBef>
            </a:pPr>
            <a:endParaRPr sz="1200" b="1" dirty="0">
              <a:solidFill>
                <a:srgbClr val="1155CC"/>
              </a:solidFill>
            </a:endParaRPr>
          </a:p>
          <a:p>
            <a:pPr>
              <a:lnSpc>
                <a:spcPct val="115000"/>
              </a:lnSpc>
              <a:spcBef>
                <a:spcPts val="600"/>
              </a:spcBef>
            </a:pPr>
            <a:endParaRPr sz="1200" b="1" dirty="0">
              <a:solidFill>
                <a:srgbClr val="1155CC"/>
              </a:solidFill>
            </a:endParaRPr>
          </a:p>
          <a:p>
            <a:pPr>
              <a:lnSpc>
                <a:spcPct val="115000"/>
              </a:lnSpc>
              <a:spcBef>
                <a:spcPts val="600"/>
              </a:spcBef>
            </a:pPr>
            <a:endParaRPr sz="1200" b="1" dirty="0">
              <a:solidFill>
                <a:srgbClr val="1155CC"/>
              </a:solidFill>
            </a:endParaRPr>
          </a:p>
          <a:p>
            <a:pPr>
              <a:lnSpc>
                <a:spcPct val="115000"/>
              </a:lnSpc>
              <a:spcBef>
                <a:spcPts val="600"/>
              </a:spcBef>
            </a:pPr>
            <a:endParaRPr sz="1200" b="1" dirty="0">
              <a:solidFill>
                <a:srgbClr val="1155CC"/>
              </a:solidFill>
            </a:endParaRPr>
          </a:p>
          <a:p>
            <a:pPr>
              <a:lnSpc>
                <a:spcPct val="115000"/>
              </a:lnSpc>
              <a:spcBef>
                <a:spcPts val="600"/>
              </a:spcBef>
            </a:pPr>
            <a:endParaRPr sz="1200" b="1" dirty="0">
              <a:solidFill>
                <a:srgbClr val="1155CC"/>
              </a:solidFill>
            </a:endParaRPr>
          </a:p>
          <a:p>
            <a:pPr>
              <a:lnSpc>
                <a:spcPct val="115000"/>
              </a:lnSpc>
              <a:spcBef>
                <a:spcPts val="600"/>
              </a:spcBef>
            </a:pPr>
            <a:r>
              <a:rPr lang="en" sz="1200" b="1" dirty="0">
                <a:solidFill>
                  <a:srgbClr val="1155CC"/>
                </a:solidFill>
              </a:rPr>
              <a:t> </a:t>
            </a:r>
            <a:endParaRPr sz="1200" b="1" dirty="0">
              <a:solidFill>
                <a:srgbClr val="1155CC"/>
              </a:solidFill>
            </a:endParaRPr>
          </a:p>
          <a:p>
            <a:pPr>
              <a:lnSpc>
                <a:spcPct val="115000"/>
              </a:lnSpc>
              <a:spcBef>
                <a:spcPts val="600"/>
              </a:spcBef>
            </a:pPr>
            <a:endParaRPr sz="1200" b="1" dirty="0">
              <a:solidFill>
                <a:srgbClr val="1155CC"/>
              </a:solidFill>
            </a:endParaRPr>
          </a:p>
          <a:p>
            <a:pPr>
              <a:lnSpc>
                <a:spcPct val="115000"/>
              </a:lnSpc>
              <a:spcBef>
                <a:spcPts val="600"/>
              </a:spcBef>
              <a:spcAft>
                <a:spcPts val="600"/>
              </a:spcAft>
            </a:pPr>
            <a:endParaRPr sz="1200" b="1" dirty="0">
              <a:solidFill>
                <a:srgbClr val="1155CC"/>
              </a:solidFill>
            </a:endParaRPr>
          </a:p>
        </p:txBody>
      </p:sp>
      <p:sp>
        <p:nvSpPr>
          <p:cNvPr id="96" name="Google Shape;96;p16"/>
          <p:cNvSpPr txBox="1"/>
          <p:nvPr/>
        </p:nvSpPr>
        <p:spPr>
          <a:xfrm>
            <a:off x="4184402" y="1963229"/>
            <a:ext cx="4837679" cy="738633"/>
          </a:xfrm>
          <a:prstGeom prst="rect">
            <a:avLst/>
          </a:prstGeom>
          <a:noFill/>
          <a:ln>
            <a:noFill/>
          </a:ln>
        </p:spPr>
        <p:txBody>
          <a:bodyPr spcFirstLastPara="1" wrap="square" lIns="91425" tIns="91425" rIns="91425" bIns="91425" anchor="t" anchorCtr="0">
            <a:spAutoFit/>
          </a:bodyPr>
          <a:lstStyle/>
          <a:p>
            <a:pPr marL="171445" indent="-171445" algn="just">
              <a:lnSpc>
                <a:spcPct val="90000"/>
              </a:lnSpc>
              <a:buFont typeface="Arial" panose="020B0604020202020204" pitchFamily="34" charset="0"/>
              <a:buChar char="•"/>
            </a:pP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Super consumers prioritized sensitivity relief, whitening, and health benefits in toothpaste. </a:t>
            </a:r>
          </a:p>
          <a:p>
            <a:pPr marL="171445" indent="-171445" algn="just">
              <a:lnSpc>
                <a:spcPct val="90000"/>
              </a:lnSpc>
              <a:buFont typeface="Arial" panose="020B0604020202020204" pitchFamily="34" charset="0"/>
              <a:buChar char="•"/>
            </a:pP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They seek eco-friendly, sustainable and natural products. </a:t>
            </a:r>
          </a:p>
          <a:p>
            <a:pPr marL="171445" indent="-171445" algn="just">
              <a:lnSpc>
                <a:spcPct val="90000"/>
              </a:lnSpc>
              <a:buFont typeface="Arial" panose="020B0604020202020204" pitchFamily="34" charset="0"/>
              <a:buChar char="•"/>
            </a:pP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The Key triggers were product efficacy and ethical practices, while barriers were price sensitivity and skepticism about claims made by brands. </a:t>
            </a:r>
          </a:p>
          <a:p>
            <a:pPr marL="171445" indent="-171445" algn="just">
              <a:lnSpc>
                <a:spcPct val="90000"/>
              </a:lnSpc>
              <a:buFont typeface="Arial" panose="020B0604020202020204" pitchFamily="34" charset="0"/>
              <a:buChar char="•"/>
            </a:pP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They value transparency and detailed digital content.</a:t>
            </a:r>
            <a:endParaRPr sz="8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7" name="Google Shape;97;p16"/>
          <p:cNvSpPr/>
          <p:nvPr/>
        </p:nvSpPr>
        <p:spPr>
          <a:xfrm>
            <a:off x="4184552" y="1719075"/>
            <a:ext cx="4892550" cy="3362203"/>
          </a:xfrm>
          <a:prstGeom prst="rect">
            <a:avLst/>
          </a:prstGeom>
          <a:noFill/>
          <a:ln w="19050" cap="flat" cmpd="sng">
            <a:solidFill>
              <a:srgbClr val="1C4587"/>
            </a:solidFill>
            <a:prstDash val="solid"/>
            <a:round/>
            <a:headEnd type="none" w="sm" len="sm"/>
            <a:tailEnd type="none" w="sm" len="sm"/>
          </a:ln>
        </p:spPr>
        <p:txBody>
          <a:bodyPr spcFirstLastPara="1" wrap="square" lIns="68575" tIns="34275" rIns="68575" bIns="34275" anchor="t" anchorCtr="0">
            <a:noAutofit/>
          </a:bodyPr>
          <a:lstStyle/>
          <a:p>
            <a:r>
              <a:rPr lang="en" sz="1100" b="1" dirty="0">
                <a:solidFill>
                  <a:srgbClr val="1155CC"/>
                </a:solidFill>
              </a:rPr>
              <a:t>Super Consumer:</a:t>
            </a:r>
            <a:endParaRPr sz="1000" i="1" dirty="0">
              <a:solidFill>
                <a:schemeClr val="dk2"/>
              </a:solidFill>
            </a:endParaRPr>
          </a:p>
          <a:p>
            <a:endParaRPr sz="1000" i="1" dirty="0">
              <a:solidFill>
                <a:schemeClr val="dk2"/>
              </a:solidFill>
            </a:endParaRPr>
          </a:p>
        </p:txBody>
      </p:sp>
      <p:sp>
        <p:nvSpPr>
          <p:cNvPr id="98" name="Google Shape;98;p16"/>
          <p:cNvSpPr txBox="1"/>
          <p:nvPr/>
        </p:nvSpPr>
        <p:spPr>
          <a:xfrm>
            <a:off x="4257478" y="3215148"/>
            <a:ext cx="2151714" cy="291888"/>
          </a:xfrm>
          <a:prstGeom prst="rect">
            <a:avLst/>
          </a:prstGeom>
          <a:noFill/>
          <a:ln>
            <a:noFill/>
          </a:ln>
        </p:spPr>
        <p:txBody>
          <a:bodyPr spcFirstLastPara="1" wrap="square" lIns="68575" tIns="34275" rIns="68575" bIns="34275" anchor="t" anchorCtr="0">
            <a:noAutofit/>
          </a:bodyPr>
          <a:lstStyle/>
          <a:p>
            <a:pPr lvl="0" algn="just"/>
            <a:r>
              <a:rPr lang="en-US" sz="8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Existing Mindsets:</a:t>
            </a: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Health-conscious, sustainable, value-oriented, and informed; prioritize oral wellness, natural product, sustainability, and transparency while balancing cost and quality</a:t>
            </a:r>
            <a:r>
              <a:rPr lang="en-US" sz="800" i="1" dirty="0">
                <a:solidFill>
                  <a:schemeClr val="dk2"/>
                </a:solidFill>
              </a:rPr>
              <a:t>.</a:t>
            </a:r>
            <a:endParaRPr sz="800" i="1" dirty="0">
              <a:solidFill>
                <a:schemeClr val="dk2"/>
              </a:solidFill>
            </a:endParaRPr>
          </a:p>
        </p:txBody>
      </p:sp>
      <p:sp>
        <p:nvSpPr>
          <p:cNvPr id="99" name="Google Shape;99;p16"/>
          <p:cNvSpPr txBox="1"/>
          <p:nvPr/>
        </p:nvSpPr>
        <p:spPr>
          <a:xfrm>
            <a:off x="4252994" y="3755908"/>
            <a:ext cx="2151714" cy="438551"/>
          </a:xfrm>
          <a:prstGeom prst="rect">
            <a:avLst/>
          </a:prstGeom>
          <a:noFill/>
          <a:ln>
            <a:noFill/>
          </a:ln>
        </p:spPr>
        <p:txBody>
          <a:bodyPr spcFirstLastPara="1" wrap="square" lIns="68575" tIns="34275" rIns="68575" bIns="34275" anchor="t" anchorCtr="0">
            <a:spAutoFit/>
          </a:bodyPr>
          <a:lstStyle/>
          <a:p>
            <a:pPr lvl="0" algn="just"/>
            <a:r>
              <a:rPr lang="en-US" sz="8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Existing Behaviors:</a:t>
            </a: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 Research extensively online, prefer ethical and high-quality products, respond to promotions, and engage with digital content.</a:t>
            </a:r>
            <a:endParaRPr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0" name="Google Shape;100;p16"/>
          <p:cNvSpPr txBox="1"/>
          <p:nvPr/>
        </p:nvSpPr>
        <p:spPr>
          <a:xfrm>
            <a:off x="6482119" y="3213233"/>
            <a:ext cx="2539965" cy="373880"/>
          </a:xfrm>
          <a:prstGeom prst="rect">
            <a:avLst/>
          </a:prstGeom>
          <a:noFill/>
          <a:ln>
            <a:noFill/>
          </a:ln>
        </p:spPr>
        <p:txBody>
          <a:bodyPr spcFirstLastPara="1" wrap="square" lIns="68575" tIns="34275" rIns="68575" bIns="34275" anchor="t" anchorCtr="0">
            <a:noAutofit/>
          </a:bodyPr>
          <a:lstStyle/>
          <a:p>
            <a:pPr lvl="0" algn="just"/>
            <a:r>
              <a:rPr lang="en-US" sz="8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Desired Mindsets: </a:t>
            </a: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Prioritize complete dental health, long-term value, proactive sustainability, and innovation, integrating oral health with wellness and ethical standards.</a:t>
            </a:r>
            <a:endParaRPr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1" name="Google Shape;101;p16"/>
          <p:cNvSpPr txBox="1"/>
          <p:nvPr/>
        </p:nvSpPr>
        <p:spPr>
          <a:xfrm>
            <a:off x="6482116" y="3755906"/>
            <a:ext cx="2530994" cy="438551"/>
          </a:xfrm>
          <a:prstGeom prst="rect">
            <a:avLst/>
          </a:prstGeom>
          <a:noFill/>
          <a:ln>
            <a:noFill/>
          </a:ln>
        </p:spPr>
        <p:txBody>
          <a:bodyPr spcFirstLastPara="1" wrap="square" lIns="68575" tIns="34275" rIns="68575" bIns="34275" anchor="t" anchorCtr="0">
            <a:spAutoFit/>
          </a:bodyPr>
          <a:lstStyle/>
          <a:p>
            <a:pPr lvl="0" algn="just"/>
            <a:r>
              <a:rPr lang="en-US" sz="800" b="1"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Desired Behaviors: </a:t>
            </a: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Share transparent and informed reviews, show loyalty towards brands, support eco-friendly brands, stay updated on trends in health and sustainability.</a:t>
            </a:r>
            <a:endParaRPr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2" name="Google Shape;102;p16"/>
          <p:cNvSpPr txBox="1"/>
          <p:nvPr/>
        </p:nvSpPr>
        <p:spPr>
          <a:xfrm>
            <a:off x="4261960" y="4262409"/>
            <a:ext cx="4737730" cy="493951"/>
          </a:xfrm>
          <a:prstGeom prst="rect">
            <a:avLst/>
          </a:prstGeom>
          <a:noFill/>
          <a:ln>
            <a:noFill/>
          </a:ln>
        </p:spPr>
        <p:txBody>
          <a:bodyPr spcFirstLastPara="1" wrap="square" lIns="68575" tIns="34275" rIns="68575" bIns="34275" anchor="t" anchorCtr="0">
            <a:spAutoFit/>
          </a:bodyPr>
          <a:lstStyle/>
          <a:p>
            <a:pPr lvl="0" algn="just">
              <a:lnSpc>
                <a:spcPct val="115000"/>
              </a:lnSpc>
              <a:buClr>
                <a:schemeClr val="dk1"/>
              </a:buClr>
              <a:buSzPts val="1100"/>
            </a:pPr>
            <a:r>
              <a:rPr lang="en-US"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rPr>
              <a:t>The singular most important point that I want to convince my Super Consumer is Pepsodent caters to your every need with soothing sensitivity relief, brilliant whitening, and top-notch health benefits, all while championing eco-friendly practices. </a:t>
            </a:r>
            <a:endParaRPr sz="800" i="1" dirty="0">
              <a:solidFill>
                <a:schemeClr val="dk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03" name="Google Shape;103;p16"/>
          <p:cNvSpPr txBox="1"/>
          <p:nvPr/>
        </p:nvSpPr>
        <p:spPr>
          <a:xfrm>
            <a:off x="4134451" y="2998259"/>
            <a:ext cx="3948600" cy="2190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lnSpc>
                <a:spcPct val="90000"/>
              </a:lnSpc>
              <a:buClr>
                <a:srgbClr val="F1AE41"/>
              </a:buClr>
              <a:buSzPts val="2700"/>
            </a:pPr>
            <a:r>
              <a:rPr lang="en" sz="1100" b="1" dirty="0">
                <a:solidFill>
                  <a:srgbClr val="1155CC"/>
                </a:solidFill>
              </a:rPr>
              <a:t>Communication Challenge: (100 words limit</a:t>
            </a:r>
            <a:r>
              <a:rPr lang="en" sz="1200" b="1" dirty="0">
                <a:solidFill>
                  <a:srgbClr val="1155CC"/>
                </a:solidFill>
              </a:rPr>
              <a:t>) </a:t>
            </a:r>
            <a:endParaRPr sz="1200" dirty="0">
              <a:solidFill>
                <a:schemeClr val="dk1"/>
              </a:solidFill>
            </a:endParaRP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p:nvPr/>
        </p:nvSpPr>
        <p:spPr>
          <a:xfrm>
            <a:off x="183976" y="99875"/>
            <a:ext cx="8850900" cy="9738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r>
              <a:rPr lang="en" sz="1200" b="1">
                <a:solidFill>
                  <a:srgbClr val="1155CC"/>
                </a:solidFill>
              </a:rPr>
              <a:t>Consumer Insight (50 words limit)</a:t>
            </a:r>
            <a:endParaRPr sz="1000" b="1">
              <a:solidFill>
                <a:schemeClr val="dk1"/>
              </a:solidFill>
            </a:endParaRPr>
          </a:p>
          <a:p>
            <a:endParaRPr sz="1000">
              <a:solidFill>
                <a:schemeClr val="dk1"/>
              </a:solidFill>
            </a:endParaRPr>
          </a:p>
          <a:p>
            <a:endParaRPr sz="1000">
              <a:solidFill>
                <a:schemeClr val="dk1"/>
              </a:solidFill>
            </a:endParaRPr>
          </a:p>
        </p:txBody>
      </p:sp>
      <p:sp>
        <p:nvSpPr>
          <p:cNvPr id="110" name="Google Shape;110;p17"/>
          <p:cNvSpPr txBox="1"/>
          <p:nvPr/>
        </p:nvSpPr>
        <p:spPr>
          <a:xfrm>
            <a:off x="153876" y="314600"/>
            <a:ext cx="8606400" cy="669384"/>
          </a:xfrm>
          <a:prstGeom prst="rect">
            <a:avLst/>
          </a:prstGeom>
          <a:noFill/>
          <a:ln>
            <a:noFill/>
          </a:ln>
        </p:spPr>
        <p:txBody>
          <a:bodyPr spcFirstLastPara="1" wrap="square" lIns="91425" tIns="91425" rIns="91425" bIns="91425" anchor="t" anchorCtr="0">
            <a:spAutoFit/>
          </a:bodyPr>
          <a:lstStyle/>
          <a:p>
            <a:pPr lvl="0" algn="just">
              <a:buClr>
                <a:schemeClr val="dk1"/>
              </a:buClr>
              <a:buSzPts val="1100"/>
            </a:pPr>
            <a:r>
              <a:rPr lang="en-US" sz="1050" i="1" dirty="0">
                <a:solidFill>
                  <a:schemeClr val="dk2"/>
                </a:solidFill>
                <a:latin typeface="Calibri" panose="020F0502020204030204" pitchFamily="34" charset="0"/>
                <a:ea typeface="Calibri" panose="020F0502020204030204" pitchFamily="34" charset="0"/>
                <a:cs typeface="Calibri" panose="020F0502020204030204" pitchFamily="34" charset="0"/>
              </a:rPr>
              <a:t>Super consumers are health-conscious and value eco-friendly practices, they need products that enhance oral health and align with environmental sustainability. They compare proactively with other brands available, and they seek value without compromising on ethics, also they actively engage with digital content and online influencers. Their selection were influenced by online reviews and ad campaign which shows various benefits of the products. </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11" name="Google Shape;111;p17"/>
          <p:cNvSpPr txBox="1">
            <a:spLocks noGrp="1"/>
          </p:cNvSpPr>
          <p:nvPr>
            <p:ph type="body" idx="1"/>
          </p:nvPr>
        </p:nvSpPr>
        <p:spPr>
          <a:xfrm>
            <a:off x="182775" y="1943225"/>
            <a:ext cx="2619600" cy="3081600"/>
          </a:xfrm>
          <a:prstGeom prst="rect">
            <a:avLst/>
          </a:prstGeom>
          <a:no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indent="0">
              <a:lnSpc>
                <a:spcPct val="100000"/>
              </a:lnSpc>
              <a:spcBef>
                <a:spcPts val="0"/>
              </a:spcBef>
              <a:buNone/>
            </a:pPr>
            <a:endParaRPr sz="1200" b="1" dirty="0">
              <a:solidFill>
                <a:srgbClr val="1155CC"/>
              </a:solidFill>
            </a:endParaRPr>
          </a:p>
          <a:p>
            <a:pPr marL="0" indent="0">
              <a:lnSpc>
                <a:spcPct val="100000"/>
              </a:lnSpc>
              <a:spcBef>
                <a:spcPts val="0"/>
              </a:spcBef>
              <a:buNone/>
            </a:pPr>
            <a:endParaRPr sz="1200" b="1" dirty="0">
              <a:solidFill>
                <a:srgbClr val="1155CC"/>
              </a:solidFill>
            </a:endParaRPr>
          </a:p>
        </p:txBody>
      </p:sp>
      <p:sp>
        <p:nvSpPr>
          <p:cNvPr id="112" name="Google Shape;112;p17"/>
          <p:cNvSpPr txBox="1"/>
          <p:nvPr/>
        </p:nvSpPr>
        <p:spPr>
          <a:xfrm>
            <a:off x="2906072" y="1173177"/>
            <a:ext cx="6151588" cy="4539674"/>
          </a:xfrm>
          <a:custGeom>
            <a:avLst/>
            <a:gdLst>
              <a:gd name="connsiteX0" fmla="*/ 0 w 6116400"/>
              <a:gd name="connsiteY0" fmla="*/ 0 h 5305268"/>
              <a:gd name="connsiteX1" fmla="*/ 6116400 w 6116400"/>
              <a:gd name="connsiteY1" fmla="*/ 0 h 5305268"/>
              <a:gd name="connsiteX2" fmla="*/ 6116400 w 6116400"/>
              <a:gd name="connsiteY2" fmla="*/ 5305268 h 5305268"/>
              <a:gd name="connsiteX3" fmla="*/ 0 w 6116400"/>
              <a:gd name="connsiteY3" fmla="*/ 5305268 h 5305268"/>
              <a:gd name="connsiteX4" fmla="*/ 0 w 6116400"/>
              <a:gd name="connsiteY4" fmla="*/ 0 h 5305268"/>
              <a:gd name="connsiteX0" fmla="*/ 0 w 6116400"/>
              <a:gd name="connsiteY0" fmla="*/ 0 h 5305268"/>
              <a:gd name="connsiteX1" fmla="*/ 6116400 w 6116400"/>
              <a:gd name="connsiteY1" fmla="*/ 0 h 5305268"/>
              <a:gd name="connsiteX2" fmla="*/ 6116400 w 6116400"/>
              <a:gd name="connsiteY2" fmla="*/ 5305268 h 5305268"/>
              <a:gd name="connsiteX3" fmla="*/ 19250 w 6116400"/>
              <a:gd name="connsiteY3" fmla="*/ 3765226 h 5305268"/>
              <a:gd name="connsiteX4" fmla="*/ 0 w 6116400"/>
              <a:gd name="connsiteY4" fmla="*/ 0 h 5305268"/>
              <a:gd name="connsiteX0" fmla="*/ 0 w 6139260"/>
              <a:gd name="connsiteY0" fmla="*/ 0 h 3819368"/>
              <a:gd name="connsiteX1" fmla="*/ 6116400 w 6139260"/>
              <a:gd name="connsiteY1" fmla="*/ 0 h 3819368"/>
              <a:gd name="connsiteX2" fmla="*/ 6139260 w 6139260"/>
              <a:gd name="connsiteY2" fmla="*/ 3819368 h 3819368"/>
              <a:gd name="connsiteX3" fmla="*/ 19250 w 6139260"/>
              <a:gd name="connsiteY3" fmla="*/ 3765226 h 3819368"/>
              <a:gd name="connsiteX4" fmla="*/ 0 w 6139260"/>
              <a:gd name="connsiteY4" fmla="*/ 0 h 3819368"/>
              <a:gd name="connsiteX0" fmla="*/ 12328 w 6151588"/>
              <a:gd name="connsiteY0" fmla="*/ 0 h 3826186"/>
              <a:gd name="connsiteX1" fmla="*/ 6128728 w 6151588"/>
              <a:gd name="connsiteY1" fmla="*/ 0 h 3826186"/>
              <a:gd name="connsiteX2" fmla="*/ 6151588 w 6151588"/>
              <a:gd name="connsiteY2" fmla="*/ 3819368 h 3826186"/>
              <a:gd name="connsiteX3" fmla="*/ 1098 w 6151588"/>
              <a:gd name="connsiteY3" fmla="*/ 3826186 h 3826186"/>
              <a:gd name="connsiteX4" fmla="*/ 12328 w 6151588"/>
              <a:gd name="connsiteY4" fmla="*/ 0 h 3826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51588" h="3826186">
                <a:moveTo>
                  <a:pt x="12328" y="0"/>
                </a:moveTo>
                <a:lnTo>
                  <a:pt x="6128728" y="0"/>
                </a:lnTo>
                <a:lnTo>
                  <a:pt x="6151588" y="3819368"/>
                </a:lnTo>
                <a:lnTo>
                  <a:pt x="1098" y="3826186"/>
                </a:lnTo>
                <a:cubicBezTo>
                  <a:pt x="-5319" y="2571111"/>
                  <a:pt x="18745" y="1255075"/>
                  <a:pt x="12328"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r>
              <a:rPr lang="en" sz="1200" b="1" dirty="0">
                <a:solidFill>
                  <a:srgbClr val="1155CC"/>
                </a:solidFill>
              </a:rPr>
              <a:t>Bring the Idea Alive (100 words limit)</a:t>
            </a:r>
            <a:endParaRPr sz="1200" b="1" dirty="0">
              <a:solidFill>
                <a:srgbClr val="1155CC"/>
              </a:solidFill>
            </a:endParaRPr>
          </a:p>
          <a:p>
            <a:endParaRPr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Social Media: #ImmunocompetentSmile Challenge, Interactive filters and daily tips using platforms like Instagram, Facebook and X.</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Influencers: Collaborate with micro-influencers, sports personalities, celebrities and renowned dentist of the country.</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YouTube: Educational series and customer testimonials.</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Website: Selling on Marketplace like Amazon and Flipkart, Smile tracker and oral health quiz for engagement.</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Email and Newspaper: Monthly newsletters with tips and exclusive offers along with pamphlets in newspaper.</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In-Store: Free samples and Smile Stations.</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Billboards: Dynamic ads promoting “Immunocompetent Smiles”.</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Workshops: Oral health drives and NGO partnerships in various cities.</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AR and VR through app and website: Visualize Pepsodent's protective power with the help of AR and VR.</a:t>
            </a:r>
          </a:p>
          <a:p>
            <a:pPr marL="171450" indent="-171450">
              <a:buFont typeface="Arial" panose="020B0604020202020204" pitchFamily="34" charset="0"/>
              <a:buChar char="•"/>
            </a:pPr>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Dental Clinics: Promotions and discounts on Pepsodent products.</a:t>
            </a:r>
            <a:endParaRPr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sz="1200" b="1" dirty="0">
              <a:solidFill>
                <a:srgbClr val="1155CC"/>
              </a:solidFill>
            </a:endParaRPr>
          </a:p>
          <a:p>
            <a:endParaRPr sz="1200" b="1" dirty="0">
              <a:solidFill>
                <a:srgbClr val="1155CC"/>
              </a:solidFill>
            </a:endParaRPr>
          </a:p>
          <a:p>
            <a:endParaRPr sz="1200" b="1" dirty="0">
              <a:solidFill>
                <a:srgbClr val="1155CC"/>
              </a:solidFill>
            </a:endParaRPr>
          </a:p>
          <a:p>
            <a:endParaRPr sz="1200" b="1" dirty="0">
              <a:solidFill>
                <a:srgbClr val="1155CC"/>
              </a:solidFill>
            </a:endParaRPr>
          </a:p>
          <a:p>
            <a:endParaRPr sz="700" b="1" dirty="0">
              <a:solidFill>
                <a:srgbClr val="1155CC"/>
              </a:solidFill>
            </a:endParaRPr>
          </a:p>
          <a:p>
            <a:endParaRPr lang="en-IN" sz="1200" b="1" dirty="0">
              <a:solidFill>
                <a:srgbClr val="1155CC"/>
              </a:solidFill>
            </a:endParaRPr>
          </a:p>
          <a:p>
            <a:endParaRPr sz="1200" b="1" dirty="0">
              <a:solidFill>
                <a:srgbClr val="1155CC"/>
              </a:solidFill>
            </a:endParaRPr>
          </a:p>
        </p:txBody>
      </p:sp>
      <p:sp>
        <p:nvSpPr>
          <p:cNvPr id="114" name="Google Shape;114;p17"/>
          <p:cNvSpPr txBox="1"/>
          <p:nvPr/>
        </p:nvSpPr>
        <p:spPr>
          <a:xfrm>
            <a:off x="183975" y="1158625"/>
            <a:ext cx="2619600" cy="738633"/>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r>
              <a:rPr lang="en" sz="1200" b="1">
                <a:solidFill>
                  <a:srgbClr val="1155CC"/>
                </a:solidFill>
              </a:rPr>
              <a:t>Static Creative</a:t>
            </a:r>
            <a:endParaRPr sz="1200" b="1">
              <a:solidFill>
                <a:srgbClr val="1155CC"/>
              </a:solidFill>
            </a:endParaRPr>
          </a:p>
          <a:p>
            <a:endParaRPr sz="1200" b="1">
              <a:solidFill>
                <a:srgbClr val="1155CC"/>
              </a:solidFill>
            </a:endParaRPr>
          </a:p>
          <a:p>
            <a:endParaRPr sz="1200" b="1">
              <a:solidFill>
                <a:srgbClr val="1155CC"/>
              </a:solidFill>
            </a:endParaRPr>
          </a:p>
        </p:txBody>
      </p:sp>
      <p:sp>
        <p:nvSpPr>
          <p:cNvPr id="115" name="Google Shape;115;p17"/>
          <p:cNvSpPr txBox="1"/>
          <p:nvPr/>
        </p:nvSpPr>
        <p:spPr>
          <a:xfrm>
            <a:off x="178698" y="1428087"/>
            <a:ext cx="2727374" cy="507801"/>
          </a:xfrm>
          <a:prstGeom prst="rect">
            <a:avLst/>
          </a:prstGeom>
          <a:noFill/>
          <a:ln>
            <a:noFill/>
          </a:ln>
        </p:spPr>
        <p:txBody>
          <a:bodyPr spcFirstLastPara="1" wrap="square" lIns="91425" tIns="91425" rIns="91425" bIns="91425" anchor="t" anchorCtr="0">
            <a:spAutoFit/>
          </a:bodyPr>
          <a:lstStyle/>
          <a:p>
            <a:r>
              <a:rPr lang="en" sz="1050" i="1" dirty="0">
                <a:solidFill>
                  <a:schemeClr val="dk2"/>
                </a:solidFill>
                <a:latin typeface="Calibri" panose="020F0502020204030204" pitchFamily="34" charset="0"/>
                <a:ea typeface="Calibri" panose="020F0502020204030204" pitchFamily="34" charset="0"/>
                <a:cs typeface="Calibri" panose="020F0502020204030204" pitchFamily="34" charset="0"/>
              </a:rPr>
              <a:t>A”Green Smile” The Smile which comes when you contribute towards the sustainability</a:t>
            </a:r>
            <a:endParaRPr sz="1050" i="1" dirty="0">
              <a:solidFill>
                <a:schemeClr val="dk2"/>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poster with a planet earth and trees&#10;&#10;Description automatically generated">
            <a:extLst>
              <a:ext uri="{FF2B5EF4-FFF2-40B4-BE49-F238E27FC236}">
                <a16:creationId xmlns:a16="http://schemas.microsoft.com/office/drawing/2014/main" id="{5B1B02E1-3E43-B370-98BE-3B75EA365069}"/>
              </a:ext>
            </a:extLst>
          </p:cNvPr>
          <p:cNvPicPr>
            <a:picLocks noChangeAspect="1"/>
          </p:cNvPicPr>
          <p:nvPr/>
        </p:nvPicPr>
        <p:blipFill>
          <a:blip r:embed="rId3"/>
          <a:stretch>
            <a:fillRect/>
          </a:stretch>
        </p:blipFill>
        <p:spPr>
          <a:xfrm>
            <a:off x="451115" y="1982208"/>
            <a:ext cx="2082920" cy="2946009"/>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TotalTime>
  <Words>642</Words>
  <Application>Microsoft Office PowerPoint</Application>
  <PresentationFormat>On-screen Show (16:9)</PresentationFormat>
  <Paragraphs>61</Paragraphs>
  <Slides>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Algerian</vt:lpstr>
      <vt:lpstr>Calibri Light</vt:lpstr>
      <vt:lpstr>Lato</vt:lpstr>
      <vt:lpstr>Arial</vt:lpstr>
      <vt:lpstr>Agency FB</vt:lpstr>
      <vt:lpstr>Calibri</vt:lpstr>
      <vt:lpstr>Playfair Display SemiBold</vt:lpstr>
      <vt:lpstr>Simple Light</vt:lpstr>
      <vt:lpstr>  HUL LIME XVI: Building for the Next Gen </vt:lpstr>
      <vt:lpstr> Hero Brand: Pepsodent  Summary of Consumer immersions:  Sample Size: 20 Persons Sample Selection method: Random, Convinience Occupation Status: Employed GenZs &amp; Students Age Range: 20-27 Average Income of the Sample: INR 10,32,500</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 LIME XVI: Building for the Next Gen</dc:title>
  <dc:creator>Mary Thomas</dc:creator>
  <cp:lastModifiedBy>AMAN SINHA</cp:lastModifiedBy>
  <cp:revision>35</cp:revision>
  <dcterms:modified xsi:type="dcterms:W3CDTF">2024-08-19T15:38:47Z</dcterms:modified>
</cp:coreProperties>
</file>